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3" r:id="rId5"/>
  </p:sldMasterIdLst>
  <p:notesMasterIdLst>
    <p:notesMasterId r:id="rId20"/>
  </p:notesMasterIdLst>
  <p:handoutMasterIdLst>
    <p:handoutMasterId r:id="rId21"/>
  </p:handoutMasterIdLst>
  <p:sldIdLst>
    <p:sldId id="256" r:id="rId6"/>
    <p:sldId id="849" r:id="rId7"/>
    <p:sldId id="852" r:id="rId8"/>
    <p:sldId id="857" r:id="rId9"/>
    <p:sldId id="861" r:id="rId10"/>
    <p:sldId id="257" r:id="rId11"/>
    <p:sldId id="859" r:id="rId12"/>
    <p:sldId id="860" r:id="rId13"/>
    <p:sldId id="856" r:id="rId14"/>
    <p:sldId id="855" r:id="rId15"/>
    <p:sldId id="848" r:id="rId16"/>
    <p:sldId id="851" r:id="rId17"/>
    <p:sldId id="850" r:id="rId18"/>
    <p:sldId id="743" r:id="rId19"/>
  </p:sldIdLst>
  <p:sldSz cx="12195175" cy="6859588"/>
  <p:notesSz cx="6805613" cy="9944100"/>
  <p:defaultTextStyle>
    <a:defPPr>
      <a:defRPr lang="de-DE"/>
    </a:defPPr>
    <a:lvl1pPr marL="0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6268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2535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8803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45070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31338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17605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03873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90140" algn="l" defTabSz="1172535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5E3EB2E6-26BE-4C5E-903A-05494138A01B}">
          <p14:sldIdLst>
            <p14:sldId id="256"/>
            <p14:sldId id="849"/>
            <p14:sldId id="852"/>
            <p14:sldId id="857"/>
          </p14:sldIdLst>
        </p14:section>
        <p14:section name="Diagram" id="{1C5C330F-3A3F-47EC-B130-9E39CE93A810}">
          <p14:sldIdLst>
            <p14:sldId id="861"/>
          </p14:sldIdLst>
        </p14:section>
        <p14:section name="Safety Concept - No Safety Relay" id="{D66A5CCA-11CA-4842-A1CC-873C6C16CCBC}">
          <p14:sldIdLst>
            <p14:sldId id="257"/>
          </p14:sldIdLst>
        </p14:section>
        <p14:section name="With Safety Relay - Cut 3 phase" id="{50C2A880-C118-4C67-B6F7-53884A4A2698}">
          <p14:sldIdLst>
            <p14:sldId id="859"/>
          </p14:sldIdLst>
        </p14:section>
        <p14:section name="With Safety Relay - No cut power" id="{C49401E6-4841-4944-8CFA-4E23F8F5A693}">
          <p14:sldIdLst>
            <p14:sldId id="860"/>
          </p14:sldIdLst>
        </p14:section>
        <p14:section name="Appendix" id="{A3933314-98A5-4BBD-9F5A-070CD0575F60}">
          <p14:sldIdLst>
            <p14:sldId id="856"/>
            <p14:sldId id="855"/>
            <p14:sldId id="848"/>
            <p14:sldId id="851"/>
            <p14:sldId id="850"/>
            <p14:sldId id="7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03" userDrawn="1">
          <p15:clr>
            <a:srgbClr val="A4A3A4"/>
          </p15:clr>
        </p15:guide>
        <p15:guide id="2" pos="1029" userDrawn="1">
          <p15:clr>
            <a:srgbClr val="A4A3A4"/>
          </p15:clr>
        </p15:guide>
        <p15:guide id="3" orient="horz" pos="573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pos="66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D35DE1-ABBB-6FB7-2D67-8DD3282844A4}" name="Heiko Schön" initials="" userId="f07b90c95f8bc6e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96FF"/>
    <a:srgbClr val="FF3399"/>
    <a:srgbClr val="FF6699"/>
    <a:srgbClr val="E7E9F2"/>
    <a:srgbClr val="0060A8"/>
    <a:srgbClr val="005DA5"/>
    <a:srgbClr val="93D1FF"/>
    <a:srgbClr val="DC8600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94" y="114"/>
      </p:cViewPr>
      <p:guideLst>
        <p:guide orient="horz" pos="3703"/>
        <p:guide pos="1029"/>
        <p:guide orient="horz" pos="573"/>
        <p:guide orient="horz" pos="1344"/>
        <p:guide pos="66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687E0FF-8BDD-A66A-E1D5-BAC8DB903B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F93465-D3AB-2624-A0A4-EC53FC556F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F609B-39C0-4470-86AF-497200EAF141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0F7EC2-0066-834F-C079-608DEB702E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8FE921-C4DE-5E10-8D0A-3C603C49D8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AB26F-E073-4889-99C7-5D7AD6DE5A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0812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F2C4E4BB-33EB-44ED-8CDC-89AA64F75013}" type="datetimeFigureOut">
              <a:rPr lang="de-DE" smtClean="0"/>
              <a:pPr/>
              <a:t>01.06.2026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78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2358C32D-3131-44F3-86BD-84B2A25B629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164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72535" rtl="0" eaLnBrk="1" latinLnBrk="0" hangingPunct="1">
      <a:defRPr sz="15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586268" algn="l" defTabSz="1172535" rtl="0" eaLnBrk="1" latinLnBrk="0" hangingPunct="1">
      <a:defRPr sz="15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1172535" algn="l" defTabSz="1172535" rtl="0" eaLnBrk="1" latinLnBrk="0" hangingPunct="1">
      <a:defRPr sz="15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758803" algn="l" defTabSz="1172535" rtl="0" eaLnBrk="1" latinLnBrk="0" hangingPunct="1">
      <a:defRPr sz="15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2345070" algn="l" defTabSz="1172535" rtl="0" eaLnBrk="1" latinLnBrk="0" hangingPunct="1">
      <a:defRPr sz="15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931338" algn="l" defTabSz="117253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517605" algn="l" defTabSz="117253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103873" algn="l" defTabSz="117253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90140" algn="l" defTabSz="117253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58C32D-3131-44F3-86BD-84B2A25B62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236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7CAFF-9357-1DA7-A019-944B312A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EFB2B-1060-6BCC-4CEB-EEF19DC94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2EA90-82FE-A218-092E-96B3FAAED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61CB-5423-AF9A-3330-E047C6355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8C32D-3131-44F3-86BD-84B2A25B629D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4794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5D08-4828-8F86-5E20-EED14A3E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3DC6C-1F2A-F924-6BD4-3E085CC62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F6757-4FCC-2C7D-EEE9-F8E461654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6BD49-E39D-0A0D-F05B-7716AC48F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8C32D-3131-44F3-86BD-84B2A25B629D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8899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C6E60F-C9F2-4B73-A1F8-E840C3527B8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22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8686-0F9D-7148-0FF6-151C19046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0C163-1F41-2006-99A7-60B11B450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C7DD2-7551-33BE-47B0-7D0432786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5DF4B-85AA-07A5-3506-986C4B5CF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8C32D-3131-44F3-86BD-84B2A25B629D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469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EA03C-F9D6-39ED-4C53-E3ED1917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10342-E59B-0EF2-F165-A8A04E89F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05EA5-5E6A-2286-8AC0-24A92A9D4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39AD4-6771-9173-79A6-A41C21CDB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8C32D-3131-44F3-86BD-84B2A25B629D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5905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4838-847C-5B6C-83B8-CAA70185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47353-15DE-85B9-1D84-3FC9F149C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A37E3-5135-5CE6-47A5-F1162ED96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16E91-CE86-08DA-5287-2CC2EA5D1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8C32D-3131-44F3-86BD-84B2A25B629D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5690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52971" y="1773610"/>
            <a:ext cx="11089232" cy="276651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52971" y="4653930"/>
            <a:ext cx="11089232" cy="146497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586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5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1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7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3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90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grpSp>
        <p:nvGrpSpPr>
          <p:cNvPr id="12" name="Gruppierung 2"/>
          <p:cNvGrpSpPr/>
          <p:nvPr userDrawn="1"/>
        </p:nvGrpSpPr>
        <p:grpSpPr>
          <a:xfrm>
            <a:off x="9461696" y="502179"/>
            <a:ext cx="2318216" cy="453854"/>
            <a:chOff x="2711450" y="2217738"/>
            <a:chExt cx="6616701" cy="1295400"/>
          </a:xfrm>
          <a:solidFill>
            <a:schemeClr val="bg1"/>
          </a:solidFill>
        </p:grpSpPr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2711450" y="2217738"/>
              <a:ext cx="1600200" cy="1295400"/>
            </a:xfrm>
            <a:custGeom>
              <a:avLst/>
              <a:gdLst>
                <a:gd name="T0" fmla="*/ 411 w 742"/>
                <a:gd name="T1" fmla="*/ 264 h 595"/>
                <a:gd name="T2" fmla="*/ 411 w 742"/>
                <a:gd name="T3" fmla="*/ 264 h 595"/>
                <a:gd name="T4" fmla="*/ 517 w 742"/>
                <a:gd name="T5" fmla="*/ 264 h 595"/>
                <a:gd name="T6" fmla="*/ 663 w 742"/>
                <a:gd name="T7" fmla="*/ 410 h 595"/>
                <a:gd name="T8" fmla="*/ 663 w 742"/>
                <a:gd name="T9" fmla="*/ 132 h 595"/>
                <a:gd name="T10" fmla="*/ 530 w 742"/>
                <a:gd name="T11" fmla="*/ 0 h 595"/>
                <a:gd name="T12" fmla="*/ 133 w 742"/>
                <a:gd name="T13" fmla="*/ 0 h 595"/>
                <a:gd name="T14" fmla="*/ 0 w 742"/>
                <a:gd name="T15" fmla="*/ 132 h 595"/>
                <a:gd name="T16" fmla="*/ 0 w 742"/>
                <a:gd name="T17" fmla="*/ 397 h 595"/>
                <a:gd name="T18" fmla="*/ 133 w 742"/>
                <a:gd name="T19" fmla="*/ 529 h 595"/>
                <a:gd name="T20" fmla="*/ 490 w 742"/>
                <a:gd name="T21" fmla="*/ 529 h 595"/>
                <a:gd name="T22" fmla="*/ 557 w 742"/>
                <a:gd name="T23" fmla="*/ 595 h 595"/>
                <a:gd name="T24" fmla="*/ 663 w 742"/>
                <a:gd name="T25" fmla="*/ 595 h 595"/>
                <a:gd name="T26" fmla="*/ 742 w 742"/>
                <a:gd name="T27" fmla="*/ 595 h 595"/>
                <a:gd name="T28" fmla="*/ 411 w 742"/>
                <a:gd name="T29" fmla="*/ 264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42" h="595">
                  <a:moveTo>
                    <a:pt x="411" y="264"/>
                  </a:moveTo>
                  <a:lnTo>
                    <a:pt x="411" y="264"/>
                  </a:lnTo>
                  <a:lnTo>
                    <a:pt x="517" y="264"/>
                  </a:lnTo>
                  <a:lnTo>
                    <a:pt x="663" y="410"/>
                  </a:lnTo>
                  <a:lnTo>
                    <a:pt x="663" y="132"/>
                  </a:lnTo>
                  <a:cubicBezTo>
                    <a:pt x="663" y="58"/>
                    <a:pt x="603" y="0"/>
                    <a:pt x="530" y="0"/>
                  </a:cubicBezTo>
                  <a:lnTo>
                    <a:pt x="133" y="0"/>
                  </a:lnTo>
                  <a:cubicBezTo>
                    <a:pt x="60" y="0"/>
                    <a:pt x="0" y="59"/>
                    <a:pt x="0" y="132"/>
                  </a:cubicBezTo>
                  <a:lnTo>
                    <a:pt x="0" y="397"/>
                  </a:lnTo>
                  <a:cubicBezTo>
                    <a:pt x="0" y="470"/>
                    <a:pt x="60" y="529"/>
                    <a:pt x="133" y="529"/>
                  </a:cubicBezTo>
                  <a:cubicBezTo>
                    <a:pt x="133" y="529"/>
                    <a:pt x="487" y="529"/>
                    <a:pt x="490" y="529"/>
                  </a:cubicBezTo>
                  <a:lnTo>
                    <a:pt x="557" y="595"/>
                  </a:lnTo>
                  <a:lnTo>
                    <a:pt x="663" y="595"/>
                  </a:lnTo>
                  <a:lnTo>
                    <a:pt x="742" y="595"/>
                  </a:lnTo>
                  <a:lnTo>
                    <a:pt x="411" y="26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  <p:sp>
          <p:nvSpPr>
            <p:cNvPr id="19" name="Freeform 6"/>
            <p:cNvSpPr>
              <a:spLocks/>
            </p:cNvSpPr>
            <p:nvPr/>
          </p:nvSpPr>
          <p:spPr bwMode="auto">
            <a:xfrm>
              <a:off x="6737350" y="2217738"/>
              <a:ext cx="1185863" cy="1150937"/>
            </a:xfrm>
            <a:custGeom>
              <a:avLst/>
              <a:gdLst>
                <a:gd name="T0" fmla="*/ 550 w 550"/>
                <a:gd name="T1" fmla="*/ 238 h 529"/>
                <a:gd name="T2" fmla="*/ 550 w 550"/>
                <a:gd name="T3" fmla="*/ 238 h 529"/>
                <a:gd name="T4" fmla="*/ 550 w 550"/>
                <a:gd name="T5" fmla="*/ 118 h 529"/>
                <a:gd name="T6" fmla="*/ 431 w 550"/>
                <a:gd name="T7" fmla="*/ 0 h 529"/>
                <a:gd name="T8" fmla="*/ 93 w 550"/>
                <a:gd name="T9" fmla="*/ 0 h 529"/>
                <a:gd name="T10" fmla="*/ 0 w 550"/>
                <a:gd name="T11" fmla="*/ 0 h 529"/>
                <a:gd name="T12" fmla="*/ 0 w 550"/>
                <a:gd name="T13" fmla="*/ 92 h 529"/>
                <a:gd name="T14" fmla="*/ 0 w 550"/>
                <a:gd name="T15" fmla="*/ 529 h 529"/>
                <a:gd name="T16" fmla="*/ 93 w 550"/>
                <a:gd name="T17" fmla="*/ 529 h 529"/>
                <a:gd name="T18" fmla="*/ 93 w 550"/>
                <a:gd name="T19" fmla="*/ 92 h 529"/>
                <a:gd name="T20" fmla="*/ 431 w 550"/>
                <a:gd name="T21" fmla="*/ 92 h 529"/>
                <a:gd name="T22" fmla="*/ 457 w 550"/>
                <a:gd name="T23" fmla="*/ 118 h 529"/>
                <a:gd name="T24" fmla="*/ 457 w 550"/>
                <a:gd name="T25" fmla="*/ 238 h 529"/>
                <a:gd name="T26" fmla="*/ 431 w 550"/>
                <a:gd name="T27" fmla="*/ 264 h 529"/>
                <a:gd name="T28" fmla="*/ 146 w 550"/>
                <a:gd name="T29" fmla="*/ 264 h 529"/>
                <a:gd name="T30" fmla="*/ 411 w 550"/>
                <a:gd name="T31" fmla="*/ 529 h 529"/>
                <a:gd name="T32" fmla="*/ 547 w 550"/>
                <a:gd name="T33" fmla="*/ 529 h 529"/>
                <a:gd name="T34" fmla="*/ 375 w 550"/>
                <a:gd name="T35" fmla="*/ 357 h 529"/>
                <a:gd name="T36" fmla="*/ 431 w 550"/>
                <a:gd name="T37" fmla="*/ 357 h 529"/>
                <a:gd name="T38" fmla="*/ 550 w 550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50" h="529">
                  <a:moveTo>
                    <a:pt x="550" y="238"/>
                  </a:moveTo>
                  <a:lnTo>
                    <a:pt x="550" y="238"/>
                  </a:lnTo>
                  <a:lnTo>
                    <a:pt x="550" y="118"/>
                  </a:lnTo>
                  <a:cubicBezTo>
                    <a:pt x="550" y="53"/>
                    <a:pt x="497" y="0"/>
                    <a:pt x="431" y="0"/>
                  </a:cubicBezTo>
                  <a:lnTo>
                    <a:pt x="93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3" y="529"/>
                  </a:lnTo>
                  <a:lnTo>
                    <a:pt x="93" y="92"/>
                  </a:lnTo>
                  <a:lnTo>
                    <a:pt x="431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1" y="264"/>
                  </a:cubicBezTo>
                  <a:lnTo>
                    <a:pt x="146" y="264"/>
                  </a:lnTo>
                  <a:lnTo>
                    <a:pt x="411" y="529"/>
                  </a:lnTo>
                  <a:lnTo>
                    <a:pt x="547" y="529"/>
                  </a:lnTo>
                  <a:lnTo>
                    <a:pt x="375" y="357"/>
                  </a:lnTo>
                  <a:lnTo>
                    <a:pt x="431" y="357"/>
                  </a:lnTo>
                  <a:cubicBezTo>
                    <a:pt x="497" y="357"/>
                    <a:pt x="550" y="304"/>
                    <a:pt x="550" y="2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auto">
            <a:xfrm>
              <a:off x="8183563" y="2217738"/>
              <a:ext cx="1144588" cy="1150937"/>
            </a:xfrm>
            <a:custGeom>
              <a:avLst/>
              <a:gdLst>
                <a:gd name="T0" fmla="*/ 119 w 530"/>
                <a:gd name="T1" fmla="*/ 92 h 529"/>
                <a:gd name="T2" fmla="*/ 119 w 530"/>
                <a:gd name="T3" fmla="*/ 92 h 529"/>
                <a:gd name="T4" fmla="*/ 530 w 530"/>
                <a:gd name="T5" fmla="*/ 92 h 529"/>
                <a:gd name="T6" fmla="*/ 530 w 530"/>
                <a:gd name="T7" fmla="*/ 0 h 529"/>
                <a:gd name="T8" fmla="*/ 119 w 530"/>
                <a:gd name="T9" fmla="*/ 0 h 529"/>
                <a:gd name="T10" fmla="*/ 0 w 530"/>
                <a:gd name="T11" fmla="*/ 118 h 529"/>
                <a:gd name="T12" fmla="*/ 0 w 530"/>
                <a:gd name="T13" fmla="*/ 410 h 529"/>
                <a:gd name="T14" fmla="*/ 119 w 530"/>
                <a:gd name="T15" fmla="*/ 529 h 529"/>
                <a:gd name="T16" fmla="*/ 530 w 530"/>
                <a:gd name="T17" fmla="*/ 529 h 529"/>
                <a:gd name="T18" fmla="*/ 530 w 530"/>
                <a:gd name="T19" fmla="*/ 436 h 529"/>
                <a:gd name="T20" fmla="*/ 119 w 530"/>
                <a:gd name="T21" fmla="*/ 436 h 529"/>
                <a:gd name="T22" fmla="*/ 93 w 530"/>
                <a:gd name="T23" fmla="*/ 410 h 529"/>
                <a:gd name="T24" fmla="*/ 93 w 530"/>
                <a:gd name="T25" fmla="*/ 118 h 529"/>
                <a:gd name="T26" fmla="*/ 119 w 530"/>
                <a:gd name="T27" fmla="*/ 92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0" h="529">
                  <a:moveTo>
                    <a:pt x="119" y="92"/>
                  </a:moveTo>
                  <a:lnTo>
                    <a:pt x="119" y="92"/>
                  </a:lnTo>
                  <a:lnTo>
                    <a:pt x="530" y="92"/>
                  </a:lnTo>
                  <a:lnTo>
                    <a:pt x="530" y="0"/>
                  </a:lnTo>
                  <a:lnTo>
                    <a:pt x="119" y="0"/>
                  </a:lnTo>
                  <a:cubicBezTo>
                    <a:pt x="53" y="0"/>
                    <a:pt x="0" y="53"/>
                    <a:pt x="0" y="118"/>
                  </a:cubicBezTo>
                  <a:lnTo>
                    <a:pt x="0" y="410"/>
                  </a:lnTo>
                  <a:cubicBezTo>
                    <a:pt x="0" y="476"/>
                    <a:pt x="54" y="529"/>
                    <a:pt x="119" y="529"/>
                  </a:cubicBezTo>
                  <a:lnTo>
                    <a:pt x="530" y="529"/>
                  </a:lnTo>
                  <a:lnTo>
                    <a:pt x="530" y="436"/>
                  </a:lnTo>
                  <a:lnTo>
                    <a:pt x="119" y="436"/>
                  </a:lnTo>
                  <a:cubicBezTo>
                    <a:pt x="105" y="436"/>
                    <a:pt x="93" y="425"/>
                    <a:pt x="93" y="410"/>
                  </a:cubicBezTo>
                  <a:lnTo>
                    <a:pt x="93" y="118"/>
                  </a:lnTo>
                  <a:cubicBezTo>
                    <a:pt x="93" y="104"/>
                    <a:pt x="105" y="92"/>
                    <a:pt x="119" y="9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  <p:sp>
          <p:nvSpPr>
            <p:cNvPr id="21" name="Freeform 8"/>
            <p:cNvSpPr>
              <a:spLocks/>
            </p:cNvSpPr>
            <p:nvPr/>
          </p:nvSpPr>
          <p:spPr bwMode="auto">
            <a:xfrm>
              <a:off x="5284788" y="2217738"/>
              <a:ext cx="1184275" cy="1150937"/>
            </a:xfrm>
            <a:custGeom>
              <a:avLst/>
              <a:gdLst>
                <a:gd name="T0" fmla="*/ 549 w 549"/>
                <a:gd name="T1" fmla="*/ 238 h 529"/>
                <a:gd name="T2" fmla="*/ 549 w 549"/>
                <a:gd name="T3" fmla="*/ 238 h 529"/>
                <a:gd name="T4" fmla="*/ 549 w 549"/>
                <a:gd name="T5" fmla="*/ 118 h 529"/>
                <a:gd name="T6" fmla="*/ 430 w 549"/>
                <a:gd name="T7" fmla="*/ 0 h 529"/>
                <a:gd name="T8" fmla="*/ 92 w 549"/>
                <a:gd name="T9" fmla="*/ 0 h 529"/>
                <a:gd name="T10" fmla="*/ 0 w 549"/>
                <a:gd name="T11" fmla="*/ 0 h 529"/>
                <a:gd name="T12" fmla="*/ 0 w 549"/>
                <a:gd name="T13" fmla="*/ 92 h 529"/>
                <a:gd name="T14" fmla="*/ 0 w 549"/>
                <a:gd name="T15" fmla="*/ 529 h 529"/>
                <a:gd name="T16" fmla="*/ 92 w 549"/>
                <a:gd name="T17" fmla="*/ 529 h 529"/>
                <a:gd name="T18" fmla="*/ 92 w 549"/>
                <a:gd name="T19" fmla="*/ 92 h 529"/>
                <a:gd name="T20" fmla="*/ 430 w 549"/>
                <a:gd name="T21" fmla="*/ 92 h 529"/>
                <a:gd name="T22" fmla="*/ 457 w 549"/>
                <a:gd name="T23" fmla="*/ 118 h 529"/>
                <a:gd name="T24" fmla="*/ 457 w 549"/>
                <a:gd name="T25" fmla="*/ 238 h 529"/>
                <a:gd name="T26" fmla="*/ 430 w 549"/>
                <a:gd name="T27" fmla="*/ 264 h 529"/>
                <a:gd name="T28" fmla="*/ 145 w 549"/>
                <a:gd name="T29" fmla="*/ 264 h 529"/>
                <a:gd name="T30" fmla="*/ 410 w 549"/>
                <a:gd name="T31" fmla="*/ 529 h 529"/>
                <a:gd name="T32" fmla="*/ 546 w 549"/>
                <a:gd name="T33" fmla="*/ 529 h 529"/>
                <a:gd name="T34" fmla="*/ 374 w 549"/>
                <a:gd name="T35" fmla="*/ 357 h 529"/>
                <a:gd name="T36" fmla="*/ 430 w 549"/>
                <a:gd name="T37" fmla="*/ 357 h 529"/>
                <a:gd name="T38" fmla="*/ 549 w 549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9" h="529">
                  <a:moveTo>
                    <a:pt x="549" y="238"/>
                  </a:moveTo>
                  <a:lnTo>
                    <a:pt x="549" y="238"/>
                  </a:lnTo>
                  <a:lnTo>
                    <a:pt x="549" y="118"/>
                  </a:lnTo>
                  <a:cubicBezTo>
                    <a:pt x="549" y="53"/>
                    <a:pt x="496" y="0"/>
                    <a:pt x="430" y="0"/>
                  </a:cubicBezTo>
                  <a:lnTo>
                    <a:pt x="92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2" y="529"/>
                  </a:lnTo>
                  <a:lnTo>
                    <a:pt x="92" y="92"/>
                  </a:lnTo>
                  <a:lnTo>
                    <a:pt x="430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0" y="264"/>
                  </a:cubicBezTo>
                  <a:lnTo>
                    <a:pt x="145" y="264"/>
                  </a:lnTo>
                  <a:lnTo>
                    <a:pt x="410" y="529"/>
                  </a:lnTo>
                  <a:lnTo>
                    <a:pt x="546" y="529"/>
                  </a:lnTo>
                  <a:lnTo>
                    <a:pt x="374" y="357"/>
                  </a:lnTo>
                  <a:lnTo>
                    <a:pt x="430" y="357"/>
                  </a:lnTo>
                  <a:cubicBezTo>
                    <a:pt x="496" y="357"/>
                    <a:pt x="549" y="304"/>
                    <a:pt x="549" y="2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Gerade Verbindung 12">
            <a:extLst>
              <a:ext uri="{FF2B5EF4-FFF2-40B4-BE49-F238E27FC236}">
                <a16:creationId xmlns:a16="http://schemas.microsoft.com/office/drawing/2014/main" id="{FCA0F42F-B5F1-DC93-9595-D2363217D15F}"/>
              </a:ext>
            </a:extLst>
          </p:cNvPr>
          <p:cNvCxnSpPr/>
          <p:nvPr userDrawn="1"/>
        </p:nvCxnSpPr>
        <p:spPr>
          <a:xfrm>
            <a:off x="446455" y="6382122"/>
            <a:ext cx="113334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B69639F-BB0B-2021-C687-6AEDB6B6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FO_E_016_G_Project_Management_ Plan_Report.pptx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C181026-6BE2-1915-F83B-00900BB15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Formblatt gültig ab [Form valid from]: 17.Jan.2024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153501B-E12A-3787-687C-B062D93C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[Page] </a:t>
            </a:r>
            <a:fld id="{455F1088-25D8-487E-91F3-A857ED5C4E14}" type="slidenum">
              <a:rPr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289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552971" y="2061642"/>
            <a:ext cx="10365899" cy="348659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09759" y="6357823"/>
            <a:ext cx="2845541" cy="3652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FO_E_016_G_Project_Management_ Plan_Report.pptx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Formblatt gültig ab [Form valid from]: 17.Jan.2024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9875" y="6357823"/>
            <a:ext cx="2845541" cy="3652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[Page] </a:t>
            </a:r>
            <a:fld id="{455F1088-25D8-487E-91F3-A857ED5C4E14}" type="slidenum">
              <a:rPr smtClean="0"/>
              <a:pPr/>
              <a:t>‹#›</a:t>
            </a:fld>
            <a:endParaRPr lang="de-DE"/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96AFC4A8-0A39-194D-A068-FFFADAF94971}"/>
              </a:ext>
            </a:extLst>
          </p:cNvPr>
          <p:cNvCxnSpPr/>
          <p:nvPr userDrawn="1"/>
        </p:nvCxnSpPr>
        <p:spPr>
          <a:xfrm>
            <a:off x="446455" y="1244291"/>
            <a:ext cx="113334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pierung 2"/>
          <p:cNvGrpSpPr/>
          <p:nvPr userDrawn="1"/>
        </p:nvGrpSpPr>
        <p:grpSpPr>
          <a:xfrm>
            <a:off x="9461696" y="502179"/>
            <a:ext cx="2318216" cy="453854"/>
            <a:chOff x="2711450" y="2217738"/>
            <a:chExt cx="6616701" cy="1295400"/>
          </a:xfrm>
          <a:solidFill>
            <a:schemeClr val="bg1"/>
          </a:solidFill>
        </p:grpSpPr>
        <p:sp>
          <p:nvSpPr>
            <p:cNvPr id="21" name="Freeform 5"/>
            <p:cNvSpPr>
              <a:spLocks/>
            </p:cNvSpPr>
            <p:nvPr/>
          </p:nvSpPr>
          <p:spPr bwMode="auto">
            <a:xfrm>
              <a:off x="2711450" y="2217738"/>
              <a:ext cx="1600200" cy="1295400"/>
            </a:xfrm>
            <a:custGeom>
              <a:avLst/>
              <a:gdLst>
                <a:gd name="T0" fmla="*/ 411 w 742"/>
                <a:gd name="T1" fmla="*/ 264 h 595"/>
                <a:gd name="T2" fmla="*/ 411 w 742"/>
                <a:gd name="T3" fmla="*/ 264 h 595"/>
                <a:gd name="T4" fmla="*/ 517 w 742"/>
                <a:gd name="T5" fmla="*/ 264 h 595"/>
                <a:gd name="T6" fmla="*/ 663 w 742"/>
                <a:gd name="T7" fmla="*/ 410 h 595"/>
                <a:gd name="T8" fmla="*/ 663 w 742"/>
                <a:gd name="T9" fmla="*/ 132 h 595"/>
                <a:gd name="T10" fmla="*/ 530 w 742"/>
                <a:gd name="T11" fmla="*/ 0 h 595"/>
                <a:gd name="T12" fmla="*/ 133 w 742"/>
                <a:gd name="T13" fmla="*/ 0 h 595"/>
                <a:gd name="T14" fmla="*/ 0 w 742"/>
                <a:gd name="T15" fmla="*/ 132 h 595"/>
                <a:gd name="T16" fmla="*/ 0 w 742"/>
                <a:gd name="T17" fmla="*/ 397 h 595"/>
                <a:gd name="T18" fmla="*/ 133 w 742"/>
                <a:gd name="T19" fmla="*/ 529 h 595"/>
                <a:gd name="T20" fmla="*/ 490 w 742"/>
                <a:gd name="T21" fmla="*/ 529 h 595"/>
                <a:gd name="T22" fmla="*/ 557 w 742"/>
                <a:gd name="T23" fmla="*/ 595 h 595"/>
                <a:gd name="T24" fmla="*/ 663 w 742"/>
                <a:gd name="T25" fmla="*/ 595 h 595"/>
                <a:gd name="T26" fmla="*/ 742 w 742"/>
                <a:gd name="T27" fmla="*/ 595 h 595"/>
                <a:gd name="T28" fmla="*/ 411 w 742"/>
                <a:gd name="T29" fmla="*/ 264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42" h="595">
                  <a:moveTo>
                    <a:pt x="411" y="264"/>
                  </a:moveTo>
                  <a:lnTo>
                    <a:pt x="411" y="264"/>
                  </a:lnTo>
                  <a:lnTo>
                    <a:pt x="517" y="264"/>
                  </a:lnTo>
                  <a:lnTo>
                    <a:pt x="663" y="410"/>
                  </a:lnTo>
                  <a:lnTo>
                    <a:pt x="663" y="132"/>
                  </a:lnTo>
                  <a:cubicBezTo>
                    <a:pt x="663" y="58"/>
                    <a:pt x="603" y="0"/>
                    <a:pt x="530" y="0"/>
                  </a:cubicBezTo>
                  <a:lnTo>
                    <a:pt x="133" y="0"/>
                  </a:lnTo>
                  <a:cubicBezTo>
                    <a:pt x="60" y="0"/>
                    <a:pt x="0" y="59"/>
                    <a:pt x="0" y="132"/>
                  </a:cubicBezTo>
                  <a:lnTo>
                    <a:pt x="0" y="397"/>
                  </a:lnTo>
                  <a:cubicBezTo>
                    <a:pt x="0" y="470"/>
                    <a:pt x="60" y="529"/>
                    <a:pt x="133" y="529"/>
                  </a:cubicBezTo>
                  <a:cubicBezTo>
                    <a:pt x="133" y="529"/>
                    <a:pt x="487" y="529"/>
                    <a:pt x="490" y="529"/>
                  </a:cubicBezTo>
                  <a:lnTo>
                    <a:pt x="557" y="595"/>
                  </a:lnTo>
                  <a:lnTo>
                    <a:pt x="663" y="595"/>
                  </a:lnTo>
                  <a:lnTo>
                    <a:pt x="742" y="595"/>
                  </a:lnTo>
                  <a:lnTo>
                    <a:pt x="411" y="26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6737350" y="2217738"/>
              <a:ext cx="1185863" cy="1150937"/>
            </a:xfrm>
            <a:custGeom>
              <a:avLst/>
              <a:gdLst>
                <a:gd name="T0" fmla="*/ 550 w 550"/>
                <a:gd name="T1" fmla="*/ 238 h 529"/>
                <a:gd name="T2" fmla="*/ 550 w 550"/>
                <a:gd name="T3" fmla="*/ 238 h 529"/>
                <a:gd name="T4" fmla="*/ 550 w 550"/>
                <a:gd name="T5" fmla="*/ 118 h 529"/>
                <a:gd name="T6" fmla="*/ 431 w 550"/>
                <a:gd name="T7" fmla="*/ 0 h 529"/>
                <a:gd name="T8" fmla="*/ 93 w 550"/>
                <a:gd name="T9" fmla="*/ 0 h 529"/>
                <a:gd name="T10" fmla="*/ 0 w 550"/>
                <a:gd name="T11" fmla="*/ 0 h 529"/>
                <a:gd name="T12" fmla="*/ 0 w 550"/>
                <a:gd name="T13" fmla="*/ 92 h 529"/>
                <a:gd name="T14" fmla="*/ 0 w 550"/>
                <a:gd name="T15" fmla="*/ 529 h 529"/>
                <a:gd name="T16" fmla="*/ 93 w 550"/>
                <a:gd name="T17" fmla="*/ 529 h 529"/>
                <a:gd name="T18" fmla="*/ 93 w 550"/>
                <a:gd name="T19" fmla="*/ 92 h 529"/>
                <a:gd name="T20" fmla="*/ 431 w 550"/>
                <a:gd name="T21" fmla="*/ 92 h 529"/>
                <a:gd name="T22" fmla="*/ 457 w 550"/>
                <a:gd name="T23" fmla="*/ 118 h 529"/>
                <a:gd name="T24" fmla="*/ 457 w 550"/>
                <a:gd name="T25" fmla="*/ 238 h 529"/>
                <a:gd name="T26" fmla="*/ 431 w 550"/>
                <a:gd name="T27" fmla="*/ 264 h 529"/>
                <a:gd name="T28" fmla="*/ 146 w 550"/>
                <a:gd name="T29" fmla="*/ 264 h 529"/>
                <a:gd name="T30" fmla="*/ 411 w 550"/>
                <a:gd name="T31" fmla="*/ 529 h 529"/>
                <a:gd name="T32" fmla="*/ 547 w 550"/>
                <a:gd name="T33" fmla="*/ 529 h 529"/>
                <a:gd name="T34" fmla="*/ 375 w 550"/>
                <a:gd name="T35" fmla="*/ 357 h 529"/>
                <a:gd name="T36" fmla="*/ 431 w 550"/>
                <a:gd name="T37" fmla="*/ 357 h 529"/>
                <a:gd name="T38" fmla="*/ 550 w 550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50" h="529">
                  <a:moveTo>
                    <a:pt x="550" y="238"/>
                  </a:moveTo>
                  <a:lnTo>
                    <a:pt x="550" y="238"/>
                  </a:lnTo>
                  <a:lnTo>
                    <a:pt x="550" y="118"/>
                  </a:lnTo>
                  <a:cubicBezTo>
                    <a:pt x="550" y="53"/>
                    <a:pt x="497" y="0"/>
                    <a:pt x="431" y="0"/>
                  </a:cubicBezTo>
                  <a:lnTo>
                    <a:pt x="93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3" y="529"/>
                  </a:lnTo>
                  <a:lnTo>
                    <a:pt x="93" y="92"/>
                  </a:lnTo>
                  <a:lnTo>
                    <a:pt x="431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1" y="264"/>
                  </a:cubicBezTo>
                  <a:lnTo>
                    <a:pt x="146" y="264"/>
                  </a:lnTo>
                  <a:lnTo>
                    <a:pt x="411" y="529"/>
                  </a:lnTo>
                  <a:lnTo>
                    <a:pt x="547" y="529"/>
                  </a:lnTo>
                  <a:lnTo>
                    <a:pt x="375" y="357"/>
                  </a:lnTo>
                  <a:lnTo>
                    <a:pt x="431" y="357"/>
                  </a:lnTo>
                  <a:cubicBezTo>
                    <a:pt x="497" y="357"/>
                    <a:pt x="550" y="304"/>
                    <a:pt x="550" y="2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8183563" y="2217738"/>
              <a:ext cx="1144588" cy="1150937"/>
            </a:xfrm>
            <a:custGeom>
              <a:avLst/>
              <a:gdLst>
                <a:gd name="T0" fmla="*/ 119 w 530"/>
                <a:gd name="T1" fmla="*/ 92 h 529"/>
                <a:gd name="T2" fmla="*/ 119 w 530"/>
                <a:gd name="T3" fmla="*/ 92 h 529"/>
                <a:gd name="T4" fmla="*/ 530 w 530"/>
                <a:gd name="T5" fmla="*/ 92 h 529"/>
                <a:gd name="T6" fmla="*/ 530 w 530"/>
                <a:gd name="T7" fmla="*/ 0 h 529"/>
                <a:gd name="T8" fmla="*/ 119 w 530"/>
                <a:gd name="T9" fmla="*/ 0 h 529"/>
                <a:gd name="T10" fmla="*/ 0 w 530"/>
                <a:gd name="T11" fmla="*/ 118 h 529"/>
                <a:gd name="T12" fmla="*/ 0 w 530"/>
                <a:gd name="T13" fmla="*/ 410 h 529"/>
                <a:gd name="T14" fmla="*/ 119 w 530"/>
                <a:gd name="T15" fmla="*/ 529 h 529"/>
                <a:gd name="T16" fmla="*/ 530 w 530"/>
                <a:gd name="T17" fmla="*/ 529 h 529"/>
                <a:gd name="T18" fmla="*/ 530 w 530"/>
                <a:gd name="T19" fmla="*/ 436 h 529"/>
                <a:gd name="T20" fmla="*/ 119 w 530"/>
                <a:gd name="T21" fmla="*/ 436 h 529"/>
                <a:gd name="T22" fmla="*/ 93 w 530"/>
                <a:gd name="T23" fmla="*/ 410 h 529"/>
                <a:gd name="T24" fmla="*/ 93 w 530"/>
                <a:gd name="T25" fmla="*/ 118 h 529"/>
                <a:gd name="T26" fmla="*/ 119 w 530"/>
                <a:gd name="T27" fmla="*/ 92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0" h="529">
                  <a:moveTo>
                    <a:pt x="119" y="92"/>
                  </a:moveTo>
                  <a:lnTo>
                    <a:pt x="119" y="92"/>
                  </a:lnTo>
                  <a:lnTo>
                    <a:pt x="530" y="92"/>
                  </a:lnTo>
                  <a:lnTo>
                    <a:pt x="530" y="0"/>
                  </a:lnTo>
                  <a:lnTo>
                    <a:pt x="119" y="0"/>
                  </a:lnTo>
                  <a:cubicBezTo>
                    <a:pt x="53" y="0"/>
                    <a:pt x="0" y="53"/>
                    <a:pt x="0" y="118"/>
                  </a:cubicBezTo>
                  <a:lnTo>
                    <a:pt x="0" y="410"/>
                  </a:lnTo>
                  <a:cubicBezTo>
                    <a:pt x="0" y="476"/>
                    <a:pt x="54" y="529"/>
                    <a:pt x="119" y="529"/>
                  </a:cubicBezTo>
                  <a:lnTo>
                    <a:pt x="530" y="529"/>
                  </a:lnTo>
                  <a:lnTo>
                    <a:pt x="530" y="436"/>
                  </a:lnTo>
                  <a:lnTo>
                    <a:pt x="119" y="436"/>
                  </a:lnTo>
                  <a:cubicBezTo>
                    <a:pt x="105" y="436"/>
                    <a:pt x="93" y="425"/>
                    <a:pt x="93" y="410"/>
                  </a:cubicBezTo>
                  <a:lnTo>
                    <a:pt x="93" y="118"/>
                  </a:lnTo>
                  <a:cubicBezTo>
                    <a:pt x="93" y="104"/>
                    <a:pt x="105" y="92"/>
                    <a:pt x="119" y="9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5284788" y="2217738"/>
              <a:ext cx="1184275" cy="1150937"/>
            </a:xfrm>
            <a:custGeom>
              <a:avLst/>
              <a:gdLst>
                <a:gd name="T0" fmla="*/ 549 w 549"/>
                <a:gd name="T1" fmla="*/ 238 h 529"/>
                <a:gd name="T2" fmla="*/ 549 w 549"/>
                <a:gd name="T3" fmla="*/ 238 h 529"/>
                <a:gd name="T4" fmla="*/ 549 w 549"/>
                <a:gd name="T5" fmla="*/ 118 h 529"/>
                <a:gd name="T6" fmla="*/ 430 w 549"/>
                <a:gd name="T7" fmla="*/ 0 h 529"/>
                <a:gd name="T8" fmla="*/ 92 w 549"/>
                <a:gd name="T9" fmla="*/ 0 h 529"/>
                <a:gd name="T10" fmla="*/ 0 w 549"/>
                <a:gd name="T11" fmla="*/ 0 h 529"/>
                <a:gd name="T12" fmla="*/ 0 w 549"/>
                <a:gd name="T13" fmla="*/ 92 h 529"/>
                <a:gd name="T14" fmla="*/ 0 w 549"/>
                <a:gd name="T15" fmla="*/ 529 h 529"/>
                <a:gd name="T16" fmla="*/ 92 w 549"/>
                <a:gd name="T17" fmla="*/ 529 h 529"/>
                <a:gd name="T18" fmla="*/ 92 w 549"/>
                <a:gd name="T19" fmla="*/ 92 h 529"/>
                <a:gd name="T20" fmla="*/ 430 w 549"/>
                <a:gd name="T21" fmla="*/ 92 h 529"/>
                <a:gd name="T22" fmla="*/ 457 w 549"/>
                <a:gd name="T23" fmla="*/ 118 h 529"/>
                <a:gd name="T24" fmla="*/ 457 w 549"/>
                <a:gd name="T25" fmla="*/ 238 h 529"/>
                <a:gd name="T26" fmla="*/ 430 w 549"/>
                <a:gd name="T27" fmla="*/ 264 h 529"/>
                <a:gd name="T28" fmla="*/ 145 w 549"/>
                <a:gd name="T29" fmla="*/ 264 h 529"/>
                <a:gd name="T30" fmla="*/ 410 w 549"/>
                <a:gd name="T31" fmla="*/ 529 h 529"/>
                <a:gd name="T32" fmla="*/ 546 w 549"/>
                <a:gd name="T33" fmla="*/ 529 h 529"/>
                <a:gd name="T34" fmla="*/ 374 w 549"/>
                <a:gd name="T35" fmla="*/ 357 h 529"/>
                <a:gd name="T36" fmla="*/ 430 w 549"/>
                <a:gd name="T37" fmla="*/ 357 h 529"/>
                <a:gd name="T38" fmla="*/ 549 w 549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9" h="529">
                  <a:moveTo>
                    <a:pt x="549" y="238"/>
                  </a:moveTo>
                  <a:lnTo>
                    <a:pt x="549" y="238"/>
                  </a:lnTo>
                  <a:lnTo>
                    <a:pt x="549" y="118"/>
                  </a:lnTo>
                  <a:cubicBezTo>
                    <a:pt x="549" y="53"/>
                    <a:pt x="496" y="0"/>
                    <a:pt x="430" y="0"/>
                  </a:cubicBezTo>
                  <a:lnTo>
                    <a:pt x="92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2" y="529"/>
                  </a:lnTo>
                  <a:lnTo>
                    <a:pt x="92" y="92"/>
                  </a:lnTo>
                  <a:lnTo>
                    <a:pt x="430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0" y="264"/>
                  </a:cubicBezTo>
                  <a:lnTo>
                    <a:pt x="145" y="264"/>
                  </a:lnTo>
                  <a:lnTo>
                    <a:pt x="410" y="529"/>
                  </a:lnTo>
                  <a:lnTo>
                    <a:pt x="546" y="529"/>
                  </a:lnTo>
                  <a:lnTo>
                    <a:pt x="374" y="357"/>
                  </a:lnTo>
                  <a:lnTo>
                    <a:pt x="430" y="357"/>
                  </a:lnTo>
                  <a:cubicBezTo>
                    <a:pt x="496" y="357"/>
                    <a:pt x="549" y="304"/>
                    <a:pt x="549" y="2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cxnSp>
        <p:nvCxnSpPr>
          <p:cNvPr id="2" name="Gerade Verbindung 12">
            <a:extLst>
              <a:ext uri="{FF2B5EF4-FFF2-40B4-BE49-F238E27FC236}">
                <a16:creationId xmlns:a16="http://schemas.microsoft.com/office/drawing/2014/main" id="{68F7850F-8EA0-B24D-8F88-58FD14ED4470}"/>
              </a:ext>
            </a:extLst>
          </p:cNvPr>
          <p:cNvCxnSpPr/>
          <p:nvPr userDrawn="1"/>
        </p:nvCxnSpPr>
        <p:spPr>
          <a:xfrm>
            <a:off x="452762" y="6382122"/>
            <a:ext cx="113334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0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FO_E_016_G_Project_Management_ Plan_Report.pptx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/>
          <a:lstStyle/>
          <a:p>
            <a:r>
              <a:rPr lang="de-DE"/>
              <a:t>Formblatt gültig ab [Form valid from]: 17.Jan.2024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[Page] </a:t>
            </a:r>
            <a:fld id="{455F1088-25D8-487E-91F3-A857ED5C4E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36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52971" y="1628775"/>
            <a:ext cx="5386202" cy="453732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9214" y="1628775"/>
            <a:ext cx="5386202" cy="453732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FO_E_016_G_Project_Management_ Plan_Report.pptx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/>
          <a:lstStyle/>
          <a:p>
            <a:r>
              <a:rPr lang="de-DE"/>
              <a:t>Formblatt gültig ab [Form valid from]: 17.Jan.2024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[Page] </a:t>
            </a:r>
            <a:fld id="{455F1088-25D8-487E-91F3-A857ED5C4E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04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2971" y="274704"/>
            <a:ext cx="5688632" cy="969588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52971" y="1628775"/>
            <a:ext cx="5631844" cy="453732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FO_E_016_G_Project_Management_ Plan_Report.pptx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/>
          <a:lstStyle/>
          <a:p>
            <a:r>
              <a:rPr lang="de-DE"/>
              <a:t>Formblatt gültig ab [Form valid from]: 17.Jan.2024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1088-25D8-487E-91F3-A857ED5C4E14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3"/>
          </p:nvPr>
        </p:nvSpPr>
        <p:spPr>
          <a:xfrm>
            <a:off x="6686550" y="0"/>
            <a:ext cx="5508625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0285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kasten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5175" cy="6859587"/>
          </a:xfrm>
        </p:spPr>
        <p:txBody>
          <a:bodyPr/>
          <a:lstStyle>
            <a:lvl1pPr marL="0" indent="0">
              <a:buNone/>
              <a:defRPr sz="4100"/>
            </a:lvl1pPr>
            <a:lvl2pPr marL="586268" indent="0">
              <a:buNone/>
              <a:defRPr sz="3600"/>
            </a:lvl2pPr>
            <a:lvl3pPr marL="1172535" indent="0">
              <a:buNone/>
              <a:defRPr sz="3100"/>
            </a:lvl3pPr>
            <a:lvl4pPr marL="1758803" indent="0">
              <a:buNone/>
              <a:defRPr sz="2600"/>
            </a:lvl4pPr>
            <a:lvl5pPr marL="2345070" indent="0">
              <a:buNone/>
              <a:defRPr sz="2600"/>
            </a:lvl5pPr>
            <a:lvl6pPr marL="2931338" indent="0">
              <a:buNone/>
              <a:defRPr sz="2600"/>
            </a:lvl6pPr>
            <a:lvl7pPr marL="3517605" indent="0">
              <a:buNone/>
              <a:defRPr sz="2600"/>
            </a:lvl7pPr>
            <a:lvl8pPr marL="4103873" indent="0">
              <a:buNone/>
              <a:defRPr sz="2600"/>
            </a:lvl8pPr>
            <a:lvl9pPr marL="4690140" indent="0">
              <a:buNone/>
              <a:defRPr sz="26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825779" y="4365898"/>
            <a:ext cx="4369397" cy="1711916"/>
          </a:xfrm>
          <a:solidFill>
            <a:schemeClr val="accent1"/>
          </a:solidFill>
        </p:spPr>
        <p:txBody>
          <a:bodyPr wrap="square" lIns="360000" tIns="360000" rIns="360000" bIns="360000">
            <a:sp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</a:defRPr>
            </a:lvl1pPr>
            <a:lvl2pPr marL="586268" indent="0">
              <a:buNone/>
              <a:defRPr sz="1500"/>
            </a:lvl2pPr>
            <a:lvl3pPr marL="1172535" indent="0">
              <a:buNone/>
              <a:defRPr sz="1300"/>
            </a:lvl3pPr>
            <a:lvl4pPr marL="1758803" indent="0">
              <a:buNone/>
              <a:defRPr sz="1200"/>
            </a:lvl4pPr>
            <a:lvl5pPr marL="2345070" indent="0">
              <a:buNone/>
              <a:defRPr sz="1200"/>
            </a:lvl5pPr>
            <a:lvl6pPr marL="2931338" indent="0">
              <a:buNone/>
              <a:defRPr sz="1200"/>
            </a:lvl6pPr>
            <a:lvl7pPr marL="3517605" indent="0">
              <a:buNone/>
              <a:defRPr sz="1200"/>
            </a:lvl7pPr>
            <a:lvl8pPr marL="4103873" indent="0">
              <a:buNone/>
              <a:defRPr sz="1200"/>
            </a:lvl8pPr>
            <a:lvl9pPr marL="4690140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FO_E_016_G_Project_Management_ Plan_Report.pptx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/>
          <a:lstStyle/>
          <a:p>
            <a:r>
              <a:rPr lang="de-DE"/>
              <a:t>Formblatt gültig ab [Form valid from]: 17.Jan.2024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[Page] </a:t>
            </a:r>
            <a:fld id="{455F1088-25D8-487E-91F3-A857ED5C4E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03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kasten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5175" cy="6859587"/>
          </a:xfrm>
        </p:spPr>
        <p:txBody>
          <a:bodyPr/>
          <a:lstStyle>
            <a:lvl1pPr marL="0" indent="0">
              <a:buNone/>
              <a:defRPr sz="4100"/>
            </a:lvl1pPr>
            <a:lvl2pPr marL="586268" indent="0">
              <a:buNone/>
              <a:defRPr sz="3600"/>
            </a:lvl2pPr>
            <a:lvl3pPr marL="1172535" indent="0">
              <a:buNone/>
              <a:defRPr sz="3100"/>
            </a:lvl3pPr>
            <a:lvl4pPr marL="1758803" indent="0">
              <a:buNone/>
              <a:defRPr sz="2600"/>
            </a:lvl4pPr>
            <a:lvl5pPr marL="2345070" indent="0">
              <a:buNone/>
              <a:defRPr sz="2600"/>
            </a:lvl5pPr>
            <a:lvl6pPr marL="2931338" indent="0">
              <a:buNone/>
              <a:defRPr sz="2600"/>
            </a:lvl6pPr>
            <a:lvl7pPr marL="3517605" indent="0">
              <a:buNone/>
              <a:defRPr sz="2600"/>
            </a:lvl7pPr>
            <a:lvl8pPr marL="4103873" indent="0">
              <a:buNone/>
              <a:defRPr sz="2600"/>
            </a:lvl8pPr>
            <a:lvl9pPr marL="4690140" indent="0">
              <a:buNone/>
              <a:defRPr sz="26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0" y="4365898"/>
            <a:ext cx="4369397" cy="1711916"/>
          </a:xfrm>
          <a:solidFill>
            <a:schemeClr val="accent2"/>
          </a:solidFill>
        </p:spPr>
        <p:txBody>
          <a:bodyPr wrap="square" lIns="360000" tIns="360000" rIns="360000" bIns="360000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586268" indent="0">
              <a:buNone/>
              <a:defRPr sz="1500"/>
            </a:lvl2pPr>
            <a:lvl3pPr marL="1172535" indent="0">
              <a:buNone/>
              <a:defRPr sz="1300"/>
            </a:lvl3pPr>
            <a:lvl4pPr marL="1758803" indent="0">
              <a:buNone/>
              <a:defRPr sz="1200"/>
            </a:lvl4pPr>
            <a:lvl5pPr marL="2345070" indent="0">
              <a:buNone/>
              <a:defRPr sz="1200"/>
            </a:lvl5pPr>
            <a:lvl6pPr marL="2931338" indent="0">
              <a:buNone/>
              <a:defRPr sz="1200"/>
            </a:lvl6pPr>
            <a:lvl7pPr marL="3517605" indent="0">
              <a:buNone/>
              <a:defRPr sz="1200"/>
            </a:lvl7pPr>
            <a:lvl8pPr marL="4103873" indent="0">
              <a:buNone/>
              <a:defRPr sz="1200"/>
            </a:lvl8pPr>
            <a:lvl9pPr marL="4690140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FO_E_016_G_Project_Management_ Plan_Report.pptx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/>
          <a:lstStyle/>
          <a:p>
            <a:r>
              <a:rPr lang="de-DE"/>
              <a:t>Formblatt gültig ab [Form valid from]: 17.Jan.2024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[Page] </a:t>
            </a:r>
            <a:fld id="{455F1088-25D8-487E-91F3-A857ED5C4E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72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-Foli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552971" y="2061642"/>
            <a:ext cx="10365899" cy="348659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09759" y="6357823"/>
            <a:ext cx="2845541" cy="3652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FO_E_016_G_Project_Management_ Plan_Report.pptx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Formblatt gültig ab [Form valid from]: 17.Jan.2024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9875" y="6357823"/>
            <a:ext cx="2845541" cy="3652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[Page] </a:t>
            </a:r>
            <a:fld id="{455F1088-25D8-487E-91F3-A857ED5C4E14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Gruppierung 2"/>
          <p:cNvGrpSpPr/>
          <p:nvPr userDrawn="1"/>
        </p:nvGrpSpPr>
        <p:grpSpPr>
          <a:xfrm>
            <a:off x="9461696" y="502179"/>
            <a:ext cx="2318216" cy="453854"/>
            <a:chOff x="2711450" y="2217738"/>
            <a:chExt cx="6616701" cy="1295400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2711450" y="2217738"/>
              <a:ext cx="1600200" cy="1295400"/>
            </a:xfrm>
            <a:custGeom>
              <a:avLst/>
              <a:gdLst>
                <a:gd name="T0" fmla="*/ 411 w 742"/>
                <a:gd name="T1" fmla="*/ 264 h 595"/>
                <a:gd name="T2" fmla="*/ 411 w 742"/>
                <a:gd name="T3" fmla="*/ 264 h 595"/>
                <a:gd name="T4" fmla="*/ 517 w 742"/>
                <a:gd name="T5" fmla="*/ 264 h 595"/>
                <a:gd name="T6" fmla="*/ 663 w 742"/>
                <a:gd name="T7" fmla="*/ 410 h 595"/>
                <a:gd name="T8" fmla="*/ 663 w 742"/>
                <a:gd name="T9" fmla="*/ 132 h 595"/>
                <a:gd name="T10" fmla="*/ 530 w 742"/>
                <a:gd name="T11" fmla="*/ 0 h 595"/>
                <a:gd name="T12" fmla="*/ 133 w 742"/>
                <a:gd name="T13" fmla="*/ 0 h 595"/>
                <a:gd name="T14" fmla="*/ 0 w 742"/>
                <a:gd name="T15" fmla="*/ 132 h 595"/>
                <a:gd name="T16" fmla="*/ 0 w 742"/>
                <a:gd name="T17" fmla="*/ 397 h 595"/>
                <a:gd name="T18" fmla="*/ 133 w 742"/>
                <a:gd name="T19" fmla="*/ 529 h 595"/>
                <a:gd name="T20" fmla="*/ 490 w 742"/>
                <a:gd name="T21" fmla="*/ 529 h 595"/>
                <a:gd name="T22" fmla="*/ 557 w 742"/>
                <a:gd name="T23" fmla="*/ 595 h 595"/>
                <a:gd name="T24" fmla="*/ 663 w 742"/>
                <a:gd name="T25" fmla="*/ 595 h 595"/>
                <a:gd name="T26" fmla="*/ 742 w 742"/>
                <a:gd name="T27" fmla="*/ 595 h 595"/>
                <a:gd name="T28" fmla="*/ 411 w 742"/>
                <a:gd name="T29" fmla="*/ 264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42" h="595">
                  <a:moveTo>
                    <a:pt x="411" y="264"/>
                  </a:moveTo>
                  <a:lnTo>
                    <a:pt x="411" y="264"/>
                  </a:lnTo>
                  <a:lnTo>
                    <a:pt x="517" y="264"/>
                  </a:lnTo>
                  <a:lnTo>
                    <a:pt x="663" y="410"/>
                  </a:lnTo>
                  <a:lnTo>
                    <a:pt x="663" y="132"/>
                  </a:lnTo>
                  <a:cubicBezTo>
                    <a:pt x="663" y="58"/>
                    <a:pt x="603" y="0"/>
                    <a:pt x="530" y="0"/>
                  </a:cubicBezTo>
                  <a:lnTo>
                    <a:pt x="133" y="0"/>
                  </a:lnTo>
                  <a:cubicBezTo>
                    <a:pt x="60" y="0"/>
                    <a:pt x="0" y="59"/>
                    <a:pt x="0" y="132"/>
                  </a:cubicBezTo>
                  <a:lnTo>
                    <a:pt x="0" y="397"/>
                  </a:lnTo>
                  <a:cubicBezTo>
                    <a:pt x="0" y="470"/>
                    <a:pt x="60" y="529"/>
                    <a:pt x="133" y="529"/>
                  </a:cubicBezTo>
                  <a:cubicBezTo>
                    <a:pt x="133" y="529"/>
                    <a:pt x="487" y="529"/>
                    <a:pt x="490" y="529"/>
                  </a:cubicBezTo>
                  <a:lnTo>
                    <a:pt x="557" y="595"/>
                  </a:lnTo>
                  <a:lnTo>
                    <a:pt x="663" y="595"/>
                  </a:lnTo>
                  <a:lnTo>
                    <a:pt x="742" y="595"/>
                  </a:lnTo>
                  <a:lnTo>
                    <a:pt x="411" y="26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6737350" y="2217738"/>
              <a:ext cx="1185863" cy="1150937"/>
            </a:xfrm>
            <a:custGeom>
              <a:avLst/>
              <a:gdLst>
                <a:gd name="T0" fmla="*/ 550 w 550"/>
                <a:gd name="T1" fmla="*/ 238 h 529"/>
                <a:gd name="T2" fmla="*/ 550 w 550"/>
                <a:gd name="T3" fmla="*/ 238 h 529"/>
                <a:gd name="T4" fmla="*/ 550 w 550"/>
                <a:gd name="T5" fmla="*/ 118 h 529"/>
                <a:gd name="T6" fmla="*/ 431 w 550"/>
                <a:gd name="T7" fmla="*/ 0 h 529"/>
                <a:gd name="T8" fmla="*/ 93 w 550"/>
                <a:gd name="T9" fmla="*/ 0 h 529"/>
                <a:gd name="T10" fmla="*/ 0 w 550"/>
                <a:gd name="T11" fmla="*/ 0 h 529"/>
                <a:gd name="T12" fmla="*/ 0 w 550"/>
                <a:gd name="T13" fmla="*/ 92 h 529"/>
                <a:gd name="T14" fmla="*/ 0 w 550"/>
                <a:gd name="T15" fmla="*/ 529 h 529"/>
                <a:gd name="T16" fmla="*/ 93 w 550"/>
                <a:gd name="T17" fmla="*/ 529 h 529"/>
                <a:gd name="T18" fmla="*/ 93 w 550"/>
                <a:gd name="T19" fmla="*/ 92 h 529"/>
                <a:gd name="T20" fmla="*/ 431 w 550"/>
                <a:gd name="T21" fmla="*/ 92 h 529"/>
                <a:gd name="T22" fmla="*/ 457 w 550"/>
                <a:gd name="T23" fmla="*/ 118 h 529"/>
                <a:gd name="T24" fmla="*/ 457 w 550"/>
                <a:gd name="T25" fmla="*/ 238 h 529"/>
                <a:gd name="T26" fmla="*/ 431 w 550"/>
                <a:gd name="T27" fmla="*/ 264 h 529"/>
                <a:gd name="T28" fmla="*/ 146 w 550"/>
                <a:gd name="T29" fmla="*/ 264 h 529"/>
                <a:gd name="T30" fmla="*/ 411 w 550"/>
                <a:gd name="T31" fmla="*/ 529 h 529"/>
                <a:gd name="T32" fmla="*/ 547 w 550"/>
                <a:gd name="T33" fmla="*/ 529 h 529"/>
                <a:gd name="T34" fmla="*/ 375 w 550"/>
                <a:gd name="T35" fmla="*/ 357 h 529"/>
                <a:gd name="T36" fmla="*/ 431 w 550"/>
                <a:gd name="T37" fmla="*/ 357 h 529"/>
                <a:gd name="T38" fmla="*/ 550 w 550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50" h="529">
                  <a:moveTo>
                    <a:pt x="550" y="238"/>
                  </a:moveTo>
                  <a:lnTo>
                    <a:pt x="550" y="238"/>
                  </a:lnTo>
                  <a:lnTo>
                    <a:pt x="550" y="118"/>
                  </a:lnTo>
                  <a:cubicBezTo>
                    <a:pt x="550" y="53"/>
                    <a:pt x="497" y="0"/>
                    <a:pt x="431" y="0"/>
                  </a:cubicBezTo>
                  <a:lnTo>
                    <a:pt x="93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3" y="529"/>
                  </a:lnTo>
                  <a:lnTo>
                    <a:pt x="93" y="92"/>
                  </a:lnTo>
                  <a:lnTo>
                    <a:pt x="431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1" y="264"/>
                  </a:cubicBezTo>
                  <a:lnTo>
                    <a:pt x="146" y="264"/>
                  </a:lnTo>
                  <a:lnTo>
                    <a:pt x="411" y="529"/>
                  </a:lnTo>
                  <a:lnTo>
                    <a:pt x="547" y="529"/>
                  </a:lnTo>
                  <a:lnTo>
                    <a:pt x="375" y="357"/>
                  </a:lnTo>
                  <a:lnTo>
                    <a:pt x="431" y="357"/>
                  </a:lnTo>
                  <a:cubicBezTo>
                    <a:pt x="497" y="357"/>
                    <a:pt x="550" y="304"/>
                    <a:pt x="550" y="2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  <p:sp>
          <p:nvSpPr>
            <p:cNvPr id="16" name="Freeform 7"/>
            <p:cNvSpPr>
              <a:spLocks/>
            </p:cNvSpPr>
            <p:nvPr/>
          </p:nvSpPr>
          <p:spPr bwMode="auto">
            <a:xfrm>
              <a:off x="8183563" y="2217738"/>
              <a:ext cx="1144588" cy="1150937"/>
            </a:xfrm>
            <a:custGeom>
              <a:avLst/>
              <a:gdLst>
                <a:gd name="T0" fmla="*/ 119 w 530"/>
                <a:gd name="T1" fmla="*/ 92 h 529"/>
                <a:gd name="T2" fmla="*/ 119 w 530"/>
                <a:gd name="T3" fmla="*/ 92 h 529"/>
                <a:gd name="T4" fmla="*/ 530 w 530"/>
                <a:gd name="T5" fmla="*/ 92 h 529"/>
                <a:gd name="T6" fmla="*/ 530 w 530"/>
                <a:gd name="T7" fmla="*/ 0 h 529"/>
                <a:gd name="T8" fmla="*/ 119 w 530"/>
                <a:gd name="T9" fmla="*/ 0 h 529"/>
                <a:gd name="T10" fmla="*/ 0 w 530"/>
                <a:gd name="T11" fmla="*/ 118 h 529"/>
                <a:gd name="T12" fmla="*/ 0 w 530"/>
                <a:gd name="T13" fmla="*/ 410 h 529"/>
                <a:gd name="T14" fmla="*/ 119 w 530"/>
                <a:gd name="T15" fmla="*/ 529 h 529"/>
                <a:gd name="T16" fmla="*/ 530 w 530"/>
                <a:gd name="T17" fmla="*/ 529 h 529"/>
                <a:gd name="T18" fmla="*/ 530 w 530"/>
                <a:gd name="T19" fmla="*/ 436 h 529"/>
                <a:gd name="T20" fmla="*/ 119 w 530"/>
                <a:gd name="T21" fmla="*/ 436 h 529"/>
                <a:gd name="T22" fmla="*/ 93 w 530"/>
                <a:gd name="T23" fmla="*/ 410 h 529"/>
                <a:gd name="T24" fmla="*/ 93 w 530"/>
                <a:gd name="T25" fmla="*/ 118 h 529"/>
                <a:gd name="T26" fmla="*/ 119 w 530"/>
                <a:gd name="T27" fmla="*/ 92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0" h="529">
                  <a:moveTo>
                    <a:pt x="119" y="92"/>
                  </a:moveTo>
                  <a:lnTo>
                    <a:pt x="119" y="92"/>
                  </a:lnTo>
                  <a:lnTo>
                    <a:pt x="530" y="92"/>
                  </a:lnTo>
                  <a:lnTo>
                    <a:pt x="530" y="0"/>
                  </a:lnTo>
                  <a:lnTo>
                    <a:pt x="119" y="0"/>
                  </a:lnTo>
                  <a:cubicBezTo>
                    <a:pt x="53" y="0"/>
                    <a:pt x="0" y="53"/>
                    <a:pt x="0" y="118"/>
                  </a:cubicBezTo>
                  <a:lnTo>
                    <a:pt x="0" y="410"/>
                  </a:lnTo>
                  <a:cubicBezTo>
                    <a:pt x="0" y="476"/>
                    <a:pt x="54" y="529"/>
                    <a:pt x="119" y="529"/>
                  </a:cubicBezTo>
                  <a:lnTo>
                    <a:pt x="530" y="529"/>
                  </a:lnTo>
                  <a:lnTo>
                    <a:pt x="530" y="436"/>
                  </a:lnTo>
                  <a:lnTo>
                    <a:pt x="119" y="436"/>
                  </a:lnTo>
                  <a:cubicBezTo>
                    <a:pt x="105" y="436"/>
                    <a:pt x="93" y="425"/>
                    <a:pt x="93" y="410"/>
                  </a:cubicBezTo>
                  <a:lnTo>
                    <a:pt x="93" y="118"/>
                  </a:lnTo>
                  <a:cubicBezTo>
                    <a:pt x="93" y="104"/>
                    <a:pt x="105" y="92"/>
                    <a:pt x="119" y="9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  <p:sp>
          <p:nvSpPr>
            <p:cNvPr id="17" name="Freeform 8"/>
            <p:cNvSpPr>
              <a:spLocks/>
            </p:cNvSpPr>
            <p:nvPr/>
          </p:nvSpPr>
          <p:spPr bwMode="auto">
            <a:xfrm>
              <a:off x="5284788" y="2217738"/>
              <a:ext cx="1184275" cy="1150937"/>
            </a:xfrm>
            <a:custGeom>
              <a:avLst/>
              <a:gdLst>
                <a:gd name="T0" fmla="*/ 549 w 549"/>
                <a:gd name="T1" fmla="*/ 238 h 529"/>
                <a:gd name="T2" fmla="*/ 549 w 549"/>
                <a:gd name="T3" fmla="*/ 238 h 529"/>
                <a:gd name="T4" fmla="*/ 549 w 549"/>
                <a:gd name="T5" fmla="*/ 118 h 529"/>
                <a:gd name="T6" fmla="*/ 430 w 549"/>
                <a:gd name="T7" fmla="*/ 0 h 529"/>
                <a:gd name="T8" fmla="*/ 92 w 549"/>
                <a:gd name="T9" fmla="*/ 0 h 529"/>
                <a:gd name="T10" fmla="*/ 0 w 549"/>
                <a:gd name="T11" fmla="*/ 0 h 529"/>
                <a:gd name="T12" fmla="*/ 0 w 549"/>
                <a:gd name="T13" fmla="*/ 92 h 529"/>
                <a:gd name="T14" fmla="*/ 0 w 549"/>
                <a:gd name="T15" fmla="*/ 529 h 529"/>
                <a:gd name="T16" fmla="*/ 92 w 549"/>
                <a:gd name="T17" fmla="*/ 529 h 529"/>
                <a:gd name="T18" fmla="*/ 92 w 549"/>
                <a:gd name="T19" fmla="*/ 92 h 529"/>
                <a:gd name="T20" fmla="*/ 430 w 549"/>
                <a:gd name="T21" fmla="*/ 92 h 529"/>
                <a:gd name="T22" fmla="*/ 457 w 549"/>
                <a:gd name="T23" fmla="*/ 118 h 529"/>
                <a:gd name="T24" fmla="*/ 457 w 549"/>
                <a:gd name="T25" fmla="*/ 238 h 529"/>
                <a:gd name="T26" fmla="*/ 430 w 549"/>
                <a:gd name="T27" fmla="*/ 264 h 529"/>
                <a:gd name="T28" fmla="*/ 145 w 549"/>
                <a:gd name="T29" fmla="*/ 264 h 529"/>
                <a:gd name="T30" fmla="*/ 410 w 549"/>
                <a:gd name="T31" fmla="*/ 529 h 529"/>
                <a:gd name="T32" fmla="*/ 546 w 549"/>
                <a:gd name="T33" fmla="*/ 529 h 529"/>
                <a:gd name="T34" fmla="*/ 374 w 549"/>
                <a:gd name="T35" fmla="*/ 357 h 529"/>
                <a:gd name="T36" fmla="*/ 430 w 549"/>
                <a:gd name="T37" fmla="*/ 357 h 529"/>
                <a:gd name="T38" fmla="*/ 549 w 549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9" h="529">
                  <a:moveTo>
                    <a:pt x="549" y="238"/>
                  </a:moveTo>
                  <a:lnTo>
                    <a:pt x="549" y="238"/>
                  </a:lnTo>
                  <a:lnTo>
                    <a:pt x="549" y="118"/>
                  </a:lnTo>
                  <a:cubicBezTo>
                    <a:pt x="549" y="53"/>
                    <a:pt x="496" y="0"/>
                    <a:pt x="430" y="0"/>
                  </a:cubicBezTo>
                  <a:lnTo>
                    <a:pt x="92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2" y="529"/>
                  </a:lnTo>
                  <a:lnTo>
                    <a:pt x="92" y="92"/>
                  </a:lnTo>
                  <a:lnTo>
                    <a:pt x="430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0" y="264"/>
                  </a:cubicBezTo>
                  <a:lnTo>
                    <a:pt x="145" y="264"/>
                  </a:lnTo>
                  <a:lnTo>
                    <a:pt x="410" y="529"/>
                  </a:lnTo>
                  <a:lnTo>
                    <a:pt x="546" y="529"/>
                  </a:lnTo>
                  <a:lnTo>
                    <a:pt x="374" y="357"/>
                  </a:lnTo>
                  <a:lnTo>
                    <a:pt x="430" y="357"/>
                  </a:lnTo>
                  <a:cubicBezTo>
                    <a:pt x="496" y="357"/>
                    <a:pt x="549" y="304"/>
                    <a:pt x="549" y="2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bg1"/>
                </a:solidFill>
              </a:endParaRPr>
            </a:p>
          </p:txBody>
        </p:sp>
      </p:grpSp>
      <p:cxnSp>
        <p:nvCxnSpPr>
          <p:cNvPr id="2" name="Gerade Verbindung 12">
            <a:extLst>
              <a:ext uri="{FF2B5EF4-FFF2-40B4-BE49-F238E27FC236}">
                <a16:creationId xmlns:a16="http://schemas.microsoft.com/office/drawing/2014/main" id="{04B806CE-D8B3-E9D4-644D-42027DA729CD}"/>
              </a:ext>
            </a:extLst>
          </p:cNvPr>
          <p:cNvCxnSpPr/>
          <p:nvPr userDrawn="1"/>
        </p:nvCxnSpPr>
        <p:spPr>
          <a:xfrm>
            <a:off x="446455" y="6382122"/>
            <a:ext cx="113334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42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9ED3-8A48-1D33-DA52-F5AEE94C7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8BB0D-2473-2E7C-8900-C347C9A42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2CE53-44DE-0EB9-C863-E455A692C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B471-BD92-218A-6A53-14E13B73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10F29-B9DA-BAD9-C2EA-CF70A0EB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30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1276-9398-3FDD-64FB-02A97E9E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277-6992-0343-5B14-63748C391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E45E4-1B50-6C8E-D3D2-DAD49710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9F602-598C-2CBD-0CAC-A4A45E32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22978-7F8C-C3BA-5FE7-2699E19A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7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A03A-C0F7-6DF4-F143-E669078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7CBF9-4ECC-D745-EAB4-514B7A9DD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88BF-2F58-158B-D6E5-4812C8B8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4D02-3D78-9D57-631B-2B163DEB8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EEFD-520C-BCEB-55F5-8B67718E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47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205F-EFE1-F0C5-8936-7DC90CA0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3B9C5-5AF2-108B-11D9-EEBC602AD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D781B-CCB5-5D1E-B127-40E2F3C3E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5FE4B-96EF-C436-7D5C-C8025B31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EBBDF-0F04-ACEB-4643-7DFBFC2E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6F500-3E57-E620-79A8-E5BAB54D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02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315B-DEDD-5542-E33F-02AC99E0F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8C62A-FF2C-499D-2C54-578564640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CAAF7-F075-305B-FB0B-A8F3E9A02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975D1-7A9B-651A-6B89-71DB9905B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4ADB0-7BDD-5255-D352-CBFD2BCA9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43560-1BB6-5539-E852-72CAB638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C89C6-41B3-E4B6-29C7-F28B4E8F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16E3A-0991-9C95-38CD-28ED012F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89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D6CE-E983-E53A-07EA-AB47E053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D9E4D-518F-BCDC-96BB-CC8F8517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FBE4D-31F2-89B1-5B95-B1E44063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A1289-8683-E9C8-204C-62FDA7CE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12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557169-D08C-5B8D-D4F6-80B0EE37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0A4C7-9825-8EC5-58C9-8E6F7DF63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31ED0-BDF0-2DD0-2948-8481C9B8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32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B5D8-3F72-D9A1-343F-33635853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1EED4-87CC-64C0-F9E7-EE0970A6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34FB3-AECD-39AE-1137-D8E62AB7D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236EC-EE84-888B-DCCA-F514CEDA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C58E2-E2EE-84C0-19F1-2737560D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C41CA-2AE7-E2C2-B092-0E3FDEFF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49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C758-4B43-B26E-103A-F8B58BED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8065E-8C97-4F04-C44D-748855529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2D3C2-6625-18AB-044C-D4A8B0D50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3F543-B0E2-FF28-F82F-7E0FD9CC9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82CC7-B5F2-3699-FD6E-E68DA33B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235B6-0E4F-3B4D-87B5-16E2AA91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79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CEC1-6F16-CC33-F22C-19F6FCAD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36FF2-1A94-B663-ED1F-41315A85A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2AAF-EB0B-13A3-B56B-C1C44A74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80941-83EE-2E39-603F-83A47850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47F59-CF72-CD90-2242-35245C9E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70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7D332-5870-4115-CC60-CB0A45307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F7CBC-C03D-9459-3E12-DC1F67789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2CDEA-FA26-8E63-B29D-8AE35355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5361B-7200-B512-94BC-D40A1B20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1F8B2-2026-3E73-6220-F1F236D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2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52971" y="274704"/>
            <a:ext cx="8784976" cy="969588"/>
          </a:xfrm>
          <a:prstGeom prst="rect">
            <a:avLst/>
          </a:prstGeom>
        </p:spPr>
        <p:txBody>
          <a:bodyPr vert="horz" lIns="117254" tIns="58627" rIns="117254" bIns="58627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52971" y="1600572"/>
            <a:ext cx="10975658" cy="4527011"/>
          </a:xfrm>
          <a:prstGeom prst="rect">
            <a:avLst/>
          </a:prstGeom>
        </p:spPr>
        <p:txBody>
          <a:bodyPr vert="horz" lIns="117254" tIns="58627" rIns="117254" bIns="58627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43734" y="6357823"/>
            <a:ext cx="2845541" cy="365210"/>
          </a:xfrm>
          <a:prstGeom prst="rect">
            <a:avLst/>
          </a:prstGeom>
        </p:spPr>
        <p:txBody>
          <a:bodyPr vert="horz" lIns="117254" tIns="58627" rIns="117254" bIns="58627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FO_E_016_VN_A_Project_Management_ Plan_Report.pptx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6685" y="6357823"/>
            <a:ext cx="3861805" cy="365210"/>
          </a:xfrm>
          <a:prstGeom prst="rect">
            <a:avLst/>
          </a:prstGeom>
        </p:spPr>
        <p:txBody>
          <a:bodyPr vert="horz" lIns="117254" tIns="58627" rIns="117254" bIns="58627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Form valid </a:t>
            </a:r>
            <a:r>
              <a:rPr lang="de-DE" err="1"/>
              <a:t>from</a:t>
            </a:r>
            <a:r>
              <a:rPr lang="de-DE"/>
              <a:t>: 30.Aug.2024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940678" y="6360675"/>
            <a:ext cx="2845541" cy="365210"/>
          </a:xfrm>
          <a:prstGeom prst="rect">
            <a:avLst/>
          </a:prstGeom>
        </p:spPr>
        <p:txBody>
          <a:bodyPr vert="horz" lIns="117254" tIns="58627" rIns="117254" bIns="58627" rtlCol="0" anchor="ctr"/>
          <a:lstStyle>
            <a:lvl1pPr algn="r"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Seite [Page] </a:t>
            </a:r>
            <a:fld id="{455F1088-25D8-487E-91F3-A857ED5C4E14}" type="slidenum">
              <a:rPr smtClean="0"/>
              <a:pPr/>
              <a:t>‹#›</a:t>
            </a:fld>
            <a:endParaRPr lang="de-DE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96AFC4A8-0A39-194D-A068-FFFADAF94971}"/>
              </a:ext>
            </a:extLst>
          </p:cNvPr>
          <p:cNvCxnSpPr/>
          <p:nvPr userDrawn="1"/>
        </p:nvCxnSpPr>
        <p:spPr>
          <a:xfrm>
            <a:off x="446455" y="1244291"/>
            <a:ext cx="113334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pierung 2"/>
          <p:cNvGrpSpPr/>
          <p:nvPr userDrawn="1"/>
        </p:nvGrpSpPr>
        <p:grpSpPr>
          <a:xfrm>
            <a:off x="9461696" y="502179"/>
            <a:ext cx="2318216" cy="453854"/>
            <a:chOff x="2711450" y="2217738"/>
            <a:chExt cx="6616701" cy="1295400"/>
          </a:xfrm>
        </p:grpSpPr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2711450" y="2217738"/>
              <a:ext cx="1600200" cy="1295400"/>
            </a:xfrm>
            <a:custGeom>
              <a:avLst/>
              <a:gdLst>
                <a:gd name="T0" fmla="*/ 411 w 742"/>
                <a:gd name="T1" fmla="*/ 264 h 595"/>
                <a:gd name="T2" fmla="*/ 411 w 742"/>
                <a:gd name="T3" fmla="*/ 264 h 595"/>
                <a:gd name="T4" fmla="*/ 517 w 742"/>
                <a:gd name="T5" fmla="*/ 264 h 595"/>
                <a:gd name="T6" fmla="*/ 663 w 742"/>
                <a:gd name="T7" fmla="*/ 410 h 595"/>
                <a:gd name="T8" fmla="*/ 663 w 742"/>
                <a:gd name="T9" fmla="*/ 132 h 595"/>
                <a:gd name="T10" fmla="*/ 530 w 742"/>
                <a:gd name="T11" fmla="*/ 0 h 595"/>
                <a:gd name="T12" fmla="*/ 133 w 742"/>
                <a:gd name="T13" fmla="*/ 0 h 595"/>
                <a:gd name="T14" fmla="*/ 0 w 742"/>
                <a:gd name="T15" fmla="*/ 132 h 595"/>
                <a:gd name="T16" fmla="*/ 0 w 742"/>
                <a:gd name="T17" fmla="*/ 397 h 595"/>
                <a:gd name="T18" fmla="*/ 133 w 742"/>
                <a:gd name="T19" fmla="*/ 529 h 595"/>
                <a:gd name="T20" fmla="*/ 490 w 742"/>
                <a:gd name="T21" fmla="*/ 529 h 595"/>
                <a:gd name="T22" fmla="*/ 557 w 742"/>
                <a:gd name="T23" fmla="*/ 595 h 595"/>
                <a:gd name="T24" fmla="*/ 663 w 742"/>
                <a:gd name="T25" fmla="*/ 595 h 595"/>
                <a:gd name="T26" fmla="*/ 742 w 742"/>
                <a:gd name="T27" fmla="*/ 595 h 595"/>
                <a:gd name="T28" fmla="*/ 411 w 742"/>
                <a:gd name="T29" fmla="*/ 264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42" h="595">
                  <a:moveTo>
                    <a:pt x="411" y="264"/>
                  </a:moveTo>
                  <a:lnTo>
                    <a:pt x="411" y="264"/>
                  </a:lnTo>
                  <a:lnTo>
                    <a:pt x="517" y="264"/>
                  </a:lnTo>
                  <a:lnTo>
                    <a:pt x="663" y="410"/>
                  </a:lnTo>
                  <a:lnTo>
                    <a:pt x="663" y="132"/>
                  </a:lnTo>
                  <a:cubicBezTo>
                    <a:pt x="663" y="58"/>
                    <a:pt x="603" y="0"/>
                    <a:pt x="530" y="0"/>
                  </a:cubicBezTo>
                  <a:lnTo>
                    <a:pt x="133" y="0"/>
                  </a:lnTo>
                  <a:cubicBezTo>
                    <a:pt x="60" y="0"/>
                    <a:pt x="0" y="59"/>
                    <a:pt x="0" y="132"/>
                  </a:cubicBezTo>
                  <a:lnTo>
                    <a:pt x="0" y="397"/>
                  </a:lnTo>
                  <a:cubicBezTo>
                    <a:pt x="0" y="470"/>
                    <a:pt x="60" y="529"/>
                    <a:pt x="133" y="529"/>
                  </a:cubicBezTo>
                  <a:cubicBezTo>
                    <a:pt x="133" y="529"/>
                    <a:pt x="487" y="529"/>
                    <a:pt x="490" y="529"/>
                  </a:cubicBezTo>
                  <a:lnTo>
                    <a:pt x="557" y="595"/>
                  </a:lnTo>
                  <a:lnTo>
                    <a:pt x="663" y="595"/>
                  </a:lnTo>
                  <a:lnTo>
                    <a:pt x="742" y="595"/>
                  </a:lnTo>
                  <a:lnTo>
                    <a:pt x="411" y="26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6737350" y="2217738"/>
              <a:ext cx="1185863" cy="1150937"/>
            </a:xfrm>
            <a:custGeom>
              <a:avLst/>
              <a:gdLst>
                <a:gd name="T0" fmla="*/ 550 w 550"/>
                <a:gd name="T1" fmla="*/ 238 h 529"/>
                <a:gd name="T2" fmla="*/ 550 w 550"/>
                <a:gd name="T3" fmla="*/ 238 h 529"/>
                <a:gd name="T4" fmla="*/ 550 w 550"/>
                <a:gd name="T5" fmla="*/ 118 h 529"/>
                <a:gd name="T6" fmla="*/ 431 w 550"/>
                <a:gd name="T7" fmla="*/ 0 h 529"/>
                <a:gd name="T8" fmla="*/ 93 w 550"/>
                <a:gd name="T9" fmla="*/ 0 h 529"/>
                <a:gd name="T10" fmla="*/ 0 w 550"/>
                <a:gd name="T11" fmla="*/ 0 h 529"/>
                <a:gd name="T12" fmla="*/ 0 w 550"/>
                <a:gd name="T13" fmla="*/ 92 h 529"/>
                <a:gd name="T14" fmla="*/ 0 w 550"/>
                <a:gd name="T15" fmla="*/ 529 h 529"/>
                <a:gd name="T16" fmla="*/ 93 w 550"/>
                <a:gd name="T17" fmla="*/ 529 h 529"/>
                <a:gd name="T18" fmla="*/ 93 w 550"/>
                <a:gd name="T19" fmla="*/ 92 h 529"/>
                <a:gd name="T20" fmla="*/ 431 w 550"/>
                <a:gd name="T21" fmla="*/ 92 h 529"/>
                <a:gd name="T22" fmla="*/ 457 w 550"/>
                <a:gd name="T23" fmla="*/ 118 h 529"/>
                <a:gd name="T24" fmla="*/ 457 w 550"/>
                <a:gd name="T25" fmla="*/ 238 h 529"/>
                <a:gd name="T26" fmla="*/ 431 w 550"/>
                <a:gd name="T27" fmla="*/ 264 h 529"/>
                <a:gd name="T28" fmla="*/ 146 w 550"/>
                <a:gd name="T29" fmla="*/ 264 h 529"/>
                <a:gd name="T30" fmla="*/ 411 w 550"/>
                <a:gd name="T31" fmla="*/ 529 h 529"/>
                <a:gd name="T32" fmla="*/ 547 w 550"/>
                <a:gd name="T33" fmla="*/ 529 h 529"/>
                <a:gd name="T34" fmla="*/ 375 w 550"/>
                <a:gd name="T35" fmla="*/ 357 h 529"/>
                <a:gd name="T36" fmla="*/ 431 w 550"/>
                <a:gd name="T37" fmla="*/ 357 h 529"/>
                <a:gd name="T38" fmla="*/ 550 w 550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50" h="529">
                  <a:moveTo>
                    <a:pt x="550" y="238"/>
                  </a:moveTo>
                  <a:lnTo>
                    <a:pt x="550" y="238"/>
                  </a:lnTo>
                  <a:lnTo>
                    <a:pt x="550" y="118"/>
                  </a:lnTo>
                  <a:cubicBezTo>
                    <a:pt x="550" y="53"/>
                    <a:pt x="497" y="0"/>
                    <a:pt x="431" y="0"/>
                  </a:cubicBezTo>
                  <a:lnTo>
                    <a:pt x="93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3" y="529"/>
                  </a:lnTo>
                  <a:lnTo>
                    <a:pt x="93" y="92"/>
                  </a:lnTo>
                  <a:lnTo>
                    <a:pt x="431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1" y="264"/>
                  </a:cubicBezTo>
                  <a:lnTo>
                    <a:pt x="146" y="264"/>
                  </a:lnTo>
                  <a:lnTo>
                    <a:pt x="411" y="529"/>
                  </a:lnTo>
                  <a:lnTo>
                    <a:pt x="547" y="529"/>
                  </a:lnTo>
                  <a:lnTo>
                    <a:pt x="375" y="357"/>
                  </a:lnTo>
                  <a:lnTo>
                    <a:pt x="431" y="357"/>
                  </a:lnTo>
                  <a:cubicBezTo>
                    <a:pt x="497" y="357"/>
                    <a:pt x="550" y="304"/>
                    <a:pt x="550" y="23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8183563" y="2217738"/>
              <a:ext cx="1144588" cy="1150937"/>
            </a:xfrm>
            <a:custGeom>
              <a:avLst/>
              <a:gdLst>
                <a:gd name="T0" fmla="*/ 119 w 530"/>
                <a:gd name="T1" fmla="*/ 92 h 529"/>
                <a:gd name="T2" fmla="*/ 119 w 530"/>
                <a:gd name="T3" fmla="*/ 92 h 529"/>
                <a:gd name="T4" fmla="*/ 530 w 530"/>
                <a:gd name="T5" fmla="*/ 92 h 529"/>
                <a:gd name="T6" fmla="*/ 530 w 530"/>
                <a:gd name="T7" fmla="*/ 0 h 529"/>
                <a:gd name="T8" fmla="*/ 119 w 530"/>
                <a:gd name="T9" fmla="*/ 0 h 529"/>
                <a:gd name="T10" fmla="*/ 0 w 530"/>
                <a:gd name="T11" fmla="*/ 118 h 529"/>
                <a:gd name="T12" fmla="*/ 0 w 530"/>
                <a:gd name="T13" fmla="*/ 410 h 529"/>
                <a:gd name="T14" fmla="*/ 119 w 530"/>
                <a:gd name="T15" fmla="*/ 529 h 529"/>
                <a:gd name="T16" fmla="*/ 530 w 530"/>
                <a:gd name="T17" fmla="*/ 529 h 529"/>
                <a:gd name="T18" fmla="*/ 530 w 530"/>
                <a:gd name="T19" fmla="*/ 436 h 529"/>
                <a:gd name="T20" fmla="*/ 119 w 530"/>
                <a:gd name="T21" fmla="*/ 436 h 529"/>
                <a:gd name="T22" fmla="*/ 93 w 530"/>
                <a:gd name="T23" fmla="*/ 410 h 529"/>
                <a:gd name="T24" fmla="*/ 93 w 530"/>
                <a:gd name="T25" fmla="*/ 118 h 529"/>
                <a:gd name="T26" fmla="*/ 119 w 530"/>
                <a:gd name="T27" fmla="*/ 92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0" h="529">
                  <a:moveTo>
                    <a:pt x="119" y="92"/>
                  </a:moveTo>
                  <a:lnTo>
                    <a:pt x="119" y="92"/>
                  </a:lnTo>
                  <a:lnTo>
                    <a:pt x="530" y="92"/>
                  </a:lnTo>
                  <a:lnTo>
                    <a:pt x="530" y="0"/>
                  </a:lnTo>
                  <a:lnTo>
                    <a:pt x="119" y="0"/>
                  </a:lnTo>
                  <a:cubicBezTo>
                    <a:pt x="53" y="0"/>
                    <a:pt x="0" y="53"/>
                    <a:pt x="0" y="118"/>
                  </a:cubicBezTo>
                  <a:lnTo>
                    <a:pt x="0" y="410"/>
                  </a:lnTo>
                  <a:cubicBezTo>
                    <a:pt x="0" y="476"/>
                    <a:pt x="54" y="529"/>
                    <a:pt x="119" y="529"/>
                  </a:cubicBezTo>
                  <a:lnTo>
                    <a:pt x="530" y="529"/>
                  </a:lnTo>
                  <a:lnTo>
                    <a:pt x="530" y="436"/>
                  </a:lnTo>
                  <a:lnTo>
                    <a:pt x="119" y="436"/>
                  </a:lnTo>
                  <a:cubicBezTo>
                    <a:pt x="105" y="436"/>
                    <a:pt x="93" y="425"/>
                    <a:pt x="93" y="410"/>
                  </a:cubicBezTo>
                  <a:lnTo>
                    <a:pt x="93" y="118"/>
                  </a:lnTo>
                  <a:cubicBezTo>
                    <a:pt x="93" y="104"/>
                    <a:pt x="105" y="92"/>
                    <a:pt x="119" y="9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8"/>
            <p:cNvSpPr>
              <a:spLocks/>
            </p:cNvSpPr>
            <p:nvPr/>
          </p:nvSpPr>
          <p:spPr bwMode="auto">
            <a:xfrm>
              <a:off x="5284788" y="2217738"/>
              <a:ext cx="1184275" cy="1150937"/>
            </a:xfrm>
            <a:custGeom>
              <a:avLst/>
              <a:gdLst>
                <a:gd name="T0" fmla="*/ 549 w 549"/>
                <a:gd name="T1" fmla="*/ 238 h 529"/>
                <a:gd name="T2" fmla="*/ 549 w 549"/>
                <a:gd name="T3" fmla="*/ 238 h 529"/>
                <a:gd name="T4" fmla="*/ 549 w 549"/>
                <a:gd name="T5" fmla="*/ 118 h 529"/>
                <a:gd name="T6" fmla="*/ 430 w 549"/>
                <a:gd name="T7" fmla="*/ 0 h 529"/>
                <a:gd name="T8" fmla="*/ 92 w 549"/>
                <a:gd name="T9" fmla="*/ 0 h 529"/>
                <a:gd name="T10" fmla="*/ 0 w 549"/>
                <a:gd name="T11" fmla="*/ 0 h 529"/>
                <a:gd name="T12" fmla="*/ 0 w 549"/>
                <a:gd name="T13" fmla="*/ 92 h 529"/>
                <a:gd name="T14" fmla="*/ 0 w 549"/>
                <a:gd name="T15" fmla="*/ 529 h 529"/>
                <a:gd name="T16" fmla="*/ 92 w 549"/>
                <a:gd name="T17" fmla="*/ 529 h 529"/>
                <a:gd name="T18" fmla="*/ 92 w 549"/>
                <a:gd name="T19" fmla="*/ 92 h 529"/>
                <a:gd name="T20" fmla="*/ 430 w 549"/>
                <a:gd name="T21" fmla="*/ 92 h 529"/>
                <a:gd name="T22" fmla="*/ 457 w 549"/>
                <a:gd name="T23" fmla="*/ 118 h 529"/>
                <a:gd name="T24" fmla="*/ 457 w 549"/>
                <a:gd name="T25" fmla="*/ 238 h 529"/>
                <a:gd name="T26" fmla="*/ 430 w 549"/>
                <a:gd name="T27" fmla="*/ 264 h 529"/>
                <a:gd name="T28" fmla="*/ 145 w 549"/>
                <a:gd name="T29" fmla="*/ 264 h 529"/>
                <a:gd name="T30" fmla="*/ 410 w 549"/>
                <a:gd name="T31" fmla="*/ 529 h 529"/>
                <a:gd name="T32" fmla="*/ 546 w 549"/>
                <a:gd name="T33" fmla="*/ 529 h 529"/>
                <a:gd name="T34" fmla="*/ 374 w 549"/>
                <a:gd name="T35" fmla="*/ 357 h 529"/>
                <a:gd name="T36" fmla="*/ 430 w 549"/>
                <a:gd name="T37" fmla="*/ 357 h 529"/>
                <a:gd name="T38" fmla="*/ 549 w 549"/>
                <a:gd name="T39" fmla="*/ 23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9" h="529">
                  <a:moveTo>
                    <a:pt x="549" y="238"/>
                  </a:moveTo>
                  <a:lnTo>
                    <a:pt x="549" y="238"/>
                  </a:lnTo>
                  <a:lnTo>
                    <a:pt x="549" y="118"/>
                  </a:lnTo>
                  <a:cubicBezTo>
                    <a:pt x="549" y="53"/>
                    <a:pt x="496" y="0"/>
                    <a:pt x="430" y="0"/>
                  </a:cubicBezTo>
                  <a:lnTo>
                    <a:pt x="92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0" y="529"/>
                  </a:lnTo>
                  <a:lnTo>
                    <a:pt x="92" y="529"/>
                  </a:lnTo>
                  <a:lnTo>
                    <a:pt x="92" y="92"/>
                  </a:lnTo>
                  <a:lnTo>
                    <a:pt x="430" y="92"/>
                  </a:lnTo>
                  <a:cubicBezTo>
                    <a:pt x="445" y="92"/>
                    <a:pt x="457" y="104"/>
                    <a:pt x="457" y="118"/>
                  </a:cubicBezTo>
                  <a:lnTo>
                    <a:pt x="457" y="238"/>
                  </a:lnTo>
                  <a:cubicBezTo>
                    <a:pt x="457" y="252"/>
                    <a:pt x="445" y="264"/>
                    <a:pt x="430" y="264"/>
                  </a:cubicBezTo>
                  <a:lnTo>
                    <a:pt x="145" y="264"/>
                  </a:lnTo>
                  <a:lnTo>
                    <a:pt x="410" y="529"/>
                  </a:lnTo>
                  <a:lnTo>
                    <a:pt x="546" y="529"/>
                  </a:lnTo>
                  <a:lnTo>
                    <a:pt x="374" y="357"/>
                  </a:lnTo>
                  <a:lnTo>
                    <a:pt x="430" y="357"/>
                  </a:lnTo>
                  <a:cubicBezTo>
                    <a:pt x="496" y="357"/>
                    <a:pt x="549" y="304"/>
                    <a:pt x="549" y="23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4A8F2108-542B-70F8-0019-367AAAD1451D}"/>
              </a:ext>
            </a:extLst>
          </p:cNvPr>
          <p:cNvCxnSpPr/>
          <p:nvPr userDrawn="1"/>
        </p:nvCxnSpPr>
        <p:spPr>
          <a:xfrm>
            <a:off x="452762" y="6382122"/>
            <a:ext cx="113334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99737BE1-5B30-C4BB-75F8-1CBE8AAB8870}"/>
              </a:ext>
            </a:extLst>
          </p:cNvPr>
          <p:cNvSpPr txBox="1"/>
          <p:nvPr userDrawn="1"/>
        </p:nvSpPr>
        <p:spPr>
          <a:xfrm>
            <a:off x="485175" y="117426"/>
            <a:ext cx="28392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Doc-Typ: Form    Doc-Nr.: FO_E_016_VN   Rev.: A</a:t>
            </a:r>
          </a:p>
        </p:txBody>
      </p:sp>
    </p:spTree>
    <p:extLst>
      <p:ext uri="{BB962C8B-B14F-4D97-AF65-F5344CB8AC3E}">
        <p14:creationId xmlns:p14="http://schemas.microsoft.com/office/powerpoint/2010/main" val="6505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60" r:id="rId5"/>
    <p:sldLayoutId id="2147483657" r:id="rId6"/>
    <p:sldLayoutId id="2147483661" r:id="rId7"/>
    <p:sldLayoutId id="2147483662" r:id="rId8"/>
  </p:sldLayoutIdLst>
  <p:hf hdr="0"/>
  <p:txStyles>
    <p:titleStyle>
      <a:lvl1pPr algn="l" defTabSz="1172535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9701" indent="-439701" algn="l" defTabSz="1172535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52685" indent="-366417" algn="l" defTabSz="1172535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5669" indent="-293134" algn="l" defTabSz="1172535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051936" indent="-293134" algn="l" defTabSz="1172535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638204" indent="-293134" algn="l" defTabSz="1172535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224472" indent="-293134" algn="l" defTabSz="11725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10739" indent="-293134" algn="l" defTabSz="11725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97007" indent="-293134" algn="l" defTabSz="11725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83274" indent="-293134" algn="l" defTabSz="11725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6268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535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803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5070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1338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17605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03873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90140" algn="l" defTabSz="117253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F51C5E-FCD4-51E6-C162-339DFC4F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C80C2-4BF5-C940-3089-8F4C36B29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21B6-E1D8-A783-A4D1-2549E7548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4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2436F-3AF5-4DD9-92F7-8FEF73B612D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3A779-3C3E-3292-E2D3-EC92504E8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96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5D43F-70BC-6EB0-F74C-4A469214C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2843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209C5-FDB0-4A17-AED5-CBC452815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55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tics-focus.com/motion-controller-for-nema23-and-nema17-stepper-motor-220v-p-974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52970" y="1773610"/>
            <a:ext cx="11370805" cy="2766510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bg1">
                    <a:lumMod val="95000"/>
                  </a:schemeClr>
                </a:solidFill>
              </a:rPr>
              <a:t>Welding Auto run X-Y concept</a:t>
            </a:r>
            <a:endParaRPr lang="de-DE" sz="2700">
              <a:solidFill>
                <a:srgbClr val="FF3399"/>
              </a:solidFill>
              <a:latin typeface="Verdana" panose="020B060403050404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2925DC-6FCB-075E-9295-FC999654D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971" y="4361688"/>
            <a:ext cx="11089232" cy="1757216"/>
          </a:xfrm>
        </p:spPr>
        <p:txBody>
          <a:bodyPr/>
          <a:lstStyle/>
          <a:p>
            <a:r>
              <a:rPr lang="de-DE"/>
              <a:t>08. Mar. 2026</a:t>
            </a:r>
          </a:p>
          <a:p>
            <a:r>
              <a:rPr lang="de-DE"/>
              <a:t>Hai Phong</a:t>
            </a:r>
          </a:p>
          <a:p>
            <a:r>
              <a:rPr lang="de-DE"/>
              <a:t>DN, HT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B1015E9-DBAC-A728-8FB1-EB9AE3B2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8AB72F6-ABE6-1649-132B-6AC253C4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Page </a:t>
            </a:r>
            <a:fld id="{455F1088-25D8-487E-91F3-A857ED5C4E14}" type="slidenum">
              <a:rPr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61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AF68-EA4C-22EF-D24C-91740697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DE7E71-0CFF-C552-C828-33B9741BB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971" y="274704"/>
            <a:ext cx="8784976" cy="969588"/>
          </a:xfrm>
        </p:spPr>
        <p:txBody>
          <a:bodyPr vert="horz" lIns="117254" tIns="58627" rIns="117254" bIns="58627" rtlCol="0" anchor="ctr">
            <a:normAutofit/>
          </a:bodyPr>
          <a:lstStyle/>
          <a:p>
            <a:r>
              <a:rPr lang="de-DE"/>
              <a:t>Intro</a:t>
            </a:r>
            <a:endParaRPr lang="de-DE" b="1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32C8D01-95D5-EA16-7E3B-A22CC94DD7AC}"/>
              </a:ext>
            </a:extLst>
          </p:cNvPr>
          <p:cNvSpPr txBox="1"/>
          <p:nvPr/>
        </p:nvSpPr>
        <p:spPr>
          <a:xfrm>
            <a:off x="552970" y="1341563"/>
            <a:ext cx="7992889" cy="4824536"/>
          </a:xfrm>
          <a:prstGeom prst="rect">
            <a:avLst/>
          </a:prstGeom>
        </p:spPr>
        <p:txBody>
          <a:bodyPr vert="horz" lIns="117254" tIns="58627" rIns="117254" bIns="58627" rtlCol="0">
            <a:normAutofit/>
          </a:bodyPr>
          <a:lstStyle/>
          <a:p>
            <a:pPr marL="439701" indent="-43970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de-DE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E090F-D3DC-A2D0-5C55-11145845F07D}"/>
              </a:ext>
            </a:extLst>
          </p:cNvPr>
          <p:cNvSpPr txBox="1"/>
          <p:nvPr/>
        </p:nvSpPr>
        <p:spPr>
          <a:xfrm>
            <a:off x="680595" y="1321899"/>
            <a:ext cx="1110562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Goal</a:t>
            </a:r>
            <a:r>
              <a:rPr lang="en-US" sz="1800" dirty="0"/>
              <a:t> to reduce moving time of X-Y table during welding process.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sz="1800" dirty="0">
                <a:sym typeface="Wingdings" panose="05000000000000000000" pitchFamily="2" charset="2"/>
              </a:rPr>
              <a:t>Improve </a:t>
            </a:r>
            <a:r>
              <a:rPr lang="en-US" sz="1800" dirty="0" err="1">
                <a:sym typeface="Wingdings" panose="05000000000000000000" pitchFamily="2" charset="2"/>
              </a:rPr>
              <a:t>uph</a:t>
            </a:r>
            <a:r>
              <a:rPr lang="en-US" sz="1800" dirty="0">
                <a:sym typeface="Wingdings" panose="05000000000000000000" pitchFamily="2" charset="2"/>
              </a:rPr>
              <a:t>, safety of Petalite production without manual touch and reduction ~20% cycle time comparing with Prototype tact time.</a:t>
            </a:r>
          </a:p>
          <a:p>
            <a:r>
              <a:rPr lang="en-US" sz="2000" b="1" dirty="0">
                <a:sym typeface="Wingdings" panose="05000000000000000000" pitchFamily="2" charset="2"/>
              </a:rPr>
              <a:t>Operation concept: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ym typeface="Wingdings" panose="05000000000000000000" pitchFamily="2" charset="2"/>
              </a:rPr>
              <a:t>Concept #1: Use DIO device to get voltage 24V from welding machine and covert to digital logic to control X-Y moving table &amp; welding activity. The coordinate of welding position should be </a:t>
            </a:r>
            <a:r>
              <a:rPr lang="en-US" sz="1600" dirty="0" err="1">
                <a:sym typeface="Wingdings" panose="05000000000000000000" pitchFamily="2" charset="2"/>
              </a:rPr>
              <a:t>intergrate</a:t>
            </a:r>
            <a:r>
              <a:rPr lang="en-US" sz="1600" dirty="0">
                <a:sym typeface="Wingdings" panose="05000000000000000000" pitchFamily="2" charset="2"/>
              </a:rPr>
              <a:t> with G-code for easy exchange welding sequence. Automation tool can integrate with emergency button/light curtain.</a:t>
            </a:r>
          </a:p>
          <a:p>
            <a:r>
              <a:rPr lang="en-US" sz="1600" b="1" dirty="0">
                <a:sym typeface="Wingdings" panose="05000000000000000000" pitchFamily="2" charset="2"/>
              </a:rPr>
              <a:t>This document </a:t>
            </a:r>
            <a:r>
              <a:rPr lang="en-US" sz="1600" b="1" dirty="0" err="1">
                <a:sym typeface="Wingdings" panose="05000000000000000000" pitchFamily="2" charset="2"/>
              </a:rPr>
              <a:t>describle</a:t>
            </a:r>
            <a:r>
              <a:rPr lang="en-US" sz="1600" b="1" dirty="0">
                <a:sym typeface="Wingdings" panose="05000000000000000000" pitchFamily="2" charset="2"/>
              </a:rPr>
              <a:t> in detail for this concept and intent to make project own by RRC VN.</a:t>
            </a:r>
          </a:p>
          <a:p>
            <a:r>
              <a:rPr lang="en-US" sz="1600" b="1" dirty="0">
                <a:sym typeface="Wingdings" panose="05000000000000000000" pitchFamily="2" charset="2"/>
              </a:rPr>
              <a:t>Advantage</a:t>
            </a:r>
            <a:r>
              <a:rPr lang="en-US" sz="1600" dirty="0">
                <a:sym typeface="Wingdings" panose="05000000000000000000" pitchFamily="2" charset="2"/>
              </a:rPr>
              <a:t>: VN team can proactive to make/modify software/hardware in the future</a:t>
            </a:r>
          </a:p>
          <a:p>
            <a:r>
              <a:rPr lang="en-US" sz="1600" b="1" dirty="0">
                <a:sym typeface="Wingdings" panose="05000000000000000000" pitchFamily="2" charset="2"/>
              </a:rPr>
              <a:t>Disadvantage</a:t>
            </a:r>
            <a:r>
              <a:rPr lang="en-US" sz="1600" dirty="0">
                <a:sym typeface="Wingdings" panose="05000000000000000000" pitchFamily="2" charset="2"/>
              </a:rPr>
              <a:t>: Need long time to </a:t>
            </a:r>
            <a:r>
              <a:rPr lang="en-US" sz="1600" dirty="0" err="1">
                <a:sym typeface="Wingdings" panose="05000000000000000000" pitchFamily="2" charset="2"/>
              </a:rPr>
              <a:t>progamming</a:t>
            </a:r>
            <a:r>
              <a:rPr lang="en-US" sz="1600" dirty="0">
                <a:sym typeface="Wingdings" panose="05000000000000000000" pitchFamily="2" charset="2"/>
              </a:rPr>
              <a:t> device / limit knowledge about welding device HW/SW communication.</a:t>
            </a:r>
          </a:p>
          <a:p>
            <a:endParaRPr lang="en-US" sz="1600" b="1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ym typeface="Wingdings" panose="05000000000000000000" pitchFamily="2" charset="2"/>
              </a:rPr>
              <a:t>Concept #2: Use currently available signal from SPS poor man tool to get welding signal through internal </a:t>
            </a:r>
            <a:r>
              <a:rPr lang="en-US" sz="1600" dirty="0" err="1">
                <a:sym typeface="Wingdings" panose="05000000000000000000" pitchFamily="2" charset="2"/>
              </a:rPr>
              <a:t>modbus</a:t>
            </a:r>
            <a:r>
              <a:rPr lang="en-US" sz="1600" dirty="0">
                <a:sym typeface="Wingdings" panose="05000000000000000000" pitchFamily="2" charset="2"/>
              </a:rPr>
              <a:t> interface and customization to control auto moving of X-Y table.  </a:t>
            </a:r>
          </a:p>
          <a:p>
            <a:r>
              <a:rPr lang="en-US" sz="1600" dirty="0">
                <a:sym typeface="Wingdings" panose="05000000000000000000" pitchFamily="2" charset="2"/>
              </a:rPr>
              <a:t>Automation tool can integrate with emergency button/light curtain.</a:t>
            </a:r>
          </a:p>
          <a:p>
            <a:r>
              <a:rPr lang="en-US" sz="1600" b="1" dirty="0">
                <a:sym typeface="Wingdings" panose="05000000000000000000" pitchFamily="2" charset="2"/>
              </a:rPr>
              <a:t>Advantage</a:t>
            </a:r>
            <a:r>
              <a:rPr lang="en-US" sz="1600" dirty="0">
                <a:sym typeface="Wingdings" panose="05000000000000000000" pitchFamily="2" charset="2"/>
              </a:rPr>
              <a:t>: Have available source code on hand, just customize for our application -&gt; save time to apply for Pre-Series Petalite.</a:t>
            </a:r>
          </a:p>
          <a:p>
            <a:r>
              <a:rPr lang="en-US" sz="1600" b="1" dirty="0">
                <a:sym typeface="Wingdings" panose="05000000000000000000" pitchFamily="2" charset="2"/>
              </a:rPr>
              <a:t>Disadvantage</a:t>
            </a:r>
            <a:r>
              <a:rPr lang="en-US" sz="1600" dirty="0">
                <a:sym typeface="Wingdings" panose="05000000000000000000" pitchFamily="2" charset="2"/>
              </a:rPr>
              <a:t>: Source code is made from Markus and it is not convenience to modify.</a:t>
            </a:r>
            <a:endParaRPr lang="en-US" sz="1600" b="1" dirty="0">
              <a:sym typeface="Wingdings" panose="05000000000000000000" pitchFamily="2" charset="2"/>
            </a:endParaRPr>
          </a:p>
          <a:p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ym typeface="Wingdings" panose="05000000000000000000" pitchFamily="2" charset="2"/>
            </a:endParaRPr>
          </a:p>
          <a:p>
            <a:endParaRPr lang="en-US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2389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E073-AA96-11C2-BC41-078AE3E7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B0334F-BE2C-4485-74A0-0EF5921C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971" y="274704"/>
            <a:ext cx="8784976" cy="969588"/>
          </a:xfrm>
        </p:spPr>
        <p:txBody>
          <a:bodyPr vert="horz" lIns="117254" tIns="58627" rIns="117254" bIns="58627" rtlCol="0" anchor="ctr">
            <a:normAutofit/>
          </a:bodyPr>
          <a:lstStyle/>
          <a:p>
            <a:r>
              <a:rPr lang="de-DE" b="1" kern="1200">
                <a:latin typeface="+mj-lt"/>
                <a:ea typeface="+mj-ea"/>
                <a:cs typeface="+mj-cs"/>
              </a:rPr>
              <a:t>Concept of Auto run X-Y Welding</a:t>
            </a:r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0EEF3B3D-22A2-6D31-C372-32AA041D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678" y="6360675"/>
            <a:ext cx="2845541" cy="365210"/>
          </a:xfrm>
        </p:spPr>
        <p:txBody>
          <a:bodyPr vert="horz" lIns="117254" tIns="58627" rIns="117254" bIns="58627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Page </a:t>
            </a:r>
            <a:fld id="{455F1088-25D8-487E-91F3-A857ED5C4E14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0557FF71-2EF3-153F-408A-C6715737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</p:spPr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5B063-D2C2-CF00-308E-372A77118C61}"/>
              </a:ext>
            </a:extLst>
          </p:cNvPr>
          <p:cNvSpPr/>
          <p:nvPr/>
        </p:nvSpPr>
        <p:spPr>
          <a:xfrm>
            <a:off x="3356168" y="3418850"/>
            <a:ext cx="1555748" cy="1082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Welding Machine  Output</a:t>
            </a:r>
            <a:br>
              <a:rPr lang="en-US" sz="1800" dirty="0"/>
            </a:br>
            <a:r>
              <a:rPr lang="en-US" sz="1100" dirty="0"/>
              <a:t>(DB37 X2)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D6E3B1-BCE1-1259-D795-9DAEA7D7EF0A}"/>
              </a:ext>
            </a:extLst>
          </p:cNvPr>
          <p:cNvSpPr/>
          <p:nvPr/>
        </p:nvSpPr>
        <p:spPr>
          <a:xfrm>
            <a:off x="8870810" y="3235492"/>
            <a:ext cx="2478287" cy="1371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NUC PC </a:t>
            </a:r>
            <a:r>
              <a:rPr lang="en-US" sz="1400" dirty="0"/>
              <a:t>(NUC 175.25.103.112)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D65846-A7B0-5341-8562-AFB6308011BA}"/>
              </a:ext>
            </a:extLst>
          </p:cNvPr>
          <p:cNvSpPr/>
          <p:nvPr/>
        </p:nvSpPr>
        <p:spPr>
          <a:xfrm>
            <a:off x="7283259" y="1688002"/>
            <a:ext cx="1657419" cy="1082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DIO DEVICE</a:t>
            </a:r>
            <a:br>
              <a:rPr lang="en-US" sz="1800" dirty="0"/>
            </a:br>
            <a:r>
              <a:rPr lang="en-US" sz="1800" dirty="0"/>
              <a:t>24V</a:t>
            </a:r>
          </a:p>
          <a:p>
            <a:pPr algn="ctr"/>
            <a:r>
              <a:rPr lang="en-US" sz="1050" dirty="0"/>
              <a:t>(</a:t>
            </a:r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ADAM-6052-D</a:t>
            </a:r>
            <a:r>
              <a:rPr lang="en-US" sz="1050" dirty="0"/>
              <a:t>)</a:t>
            </a:r>
            <a:endParaRPr lang="en-US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EBB10-5166-1435-5C8E-921D8C016C27}"/>
              </a:ext>
            </a:extLst>
          </p:cNvPr>
          <p:cNvSpPr/>
          <p:nvPr/>
        </p:nvSpPr>
        <p:spPr>
          <a:xfrm>
            <a:off x="7384930" y="5100842"/>
            <a:ext cx="1555748" cy="1082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X-Y Table</a:t>
            </a:r>
            <a:br>
              <a:rPr lang="en-US" sz="1800" dirty="0"/>
            </a:br>
            <a:r>
              <a:rPr lang="en-US" sz="1800" dirty="0"/>
              <a:t>(MOC-02)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D919E3-0034-B4AA-6F8E-7E2757AC555A}"/>
              </a:ext>
            </a:extLst>
          </p:cNvPr>
          <p:cNvSpPr txBox="1"/>
          <p:nvPr/>
        </p:nvSpPr>
        <p:spPr>
          <a:xfrm>
            <a:off x="9311132" y="5365019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RS232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1513F89-09CE-7934-1484-F864592EEFB4}"/>
              </a:ext>
            </a:extLst>
          </p:cNvPr>
          <p:cNvCxnSpPr>
            <a:cxnSpLocks/>
            <a:stCxn id="16" idx="2"/>
            <a:endCxn id="6" idx="3"/>
          </p:cNvCxnSpPr>
          <p:nvPr/>
        </p:nvCxnSpPr>
        <p:spPr>
          <a:xfrm rot="5400000">
            <a:off x="9007688" y="4539752"/>
            <a:ext cx="1035256" cy="1169276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12DA474-040B-0A5A-4463-867DBC27B3C9}"/>
              </a:ext>
            </a:extLst>
          </p:cNvPr>
          <p:cNvSpPr txBox="1"/>
          <p:nvPr/>
        </p:nvSpPr>
        <p:spPr>
          <a:xfrm>
            <a:off x="2124861" y="2326077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B3A80-417D-7093-D861-91D014B12001}"/>
              </a:ext>
            </a:extLst>
          </p:cNvPr>
          <p:cNvSpPr txBox="1"/>
          <p:nvPr/>
        </p:nvSpPr>
        <p:spPr>
          <a:xfrm>
            <a:off x="882216" y="1283747"/>
            <a:ext cx="1515287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/>
              <a:t>BLOCK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EAAD1-B435-CD20-FE02-6B0FD8B070AF}"/>
              </a:ext>
            </a:extLst>
          </p:cNvPr>
          <p:cNvSpPr txBox="1"/>
          <p:nvPr/>
        </p:nvSpPr>
        <p:spPr>
          <a:xfrm>
            <a:off x="8975446" y="1923237"/>
            <a:ext cx="1648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Ethernet (RJ-45)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A17B04-EEC5-D0FF-E643-FFBB49663599}"/>
              </a:ext>
            </a:extLst>
          </p:cNvPr>
          <p:cNvSpPr/>
          <p:nvPr/>
        </p:nvSpPr>
        <p:spPr>
          <a:xfrm>
            <a:off x="3356168" y="1688002"/>
            <a:ext cx="1555748" cy="1082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Welding Machine Input</a:t>
            </a:r>
            <a:br>
              <a:rPr lang="en-US" sz="1800" dirty="0"/>
            </a:br>
            <a:r>
              <a:rPr lang="en-US" sz="1100" dirty="0"/>
              <a:t>(DB37 X1)</a:t>
            </a:r>
            <a:endParaRPr lang="en-US" sz="1800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C8CBB25-FF7C-7C45-36B0-3C29B322707A}"/>
              </a:ext>
            </a:extLst>
          </p:cNvPr>
          <p:cNvCxnSpPr>
            <a:cxnSpLocks/>
            <a:stCxn id="17" idx="3"/>
            <a:endCxn id="16" idx="0"/>
          </p:cNvCxnSpPr>
          <p:nvPr/>
        </p:nvCxnSpPr>
        <p:spPr>
          <a:xfrm>
            <a:off x="8940678" y="2229178"/>
            <a:ext cx="1169276" cy="1006314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7041671-D264-924C-6FC0-D5900DCF6F66}"/>
              </a:ext>
            </a:extLst>
          </p:cNvPr>
          <p:cNvSpPr/>
          <p:nvPr/>
        </p:nvSpPr>
        <p:spPr>
          <a:xfrm>
            <a:off x="8234140" y="3235492"/>
            <a:ext cx="636670" cy="13870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Auto run_xy.py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912612-EC83-8F11-679B-730C77FC7AAB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8552475" y="4622532"/>
            <a:ext cx="0" cy="465139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97FFA4-3DEA-84E8-C2DF-13FE0A3D644E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8552475" y="2770353"/>
            <a:ext cx="0" cy="46513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C0323FB-B701-C6B2-8EF3-CBEBB36E7A50}"/>
              </a:ext>
            </a:extLst>
          </p:cNvPr>
          <p:cNvSpPr txBox="1"/>
          <p:nvPr/>
        </p:nvSpPr>
        <p:spPr>
          <a:xfrm>
            <a:off x="8591407" y="2906116"/>
            <a:ext cx="1565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0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Control DI,DO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2ECFAD-DE21-32BE-6804-F139AA8CAB08}"/>
              </a:ext>
            </a:extLst>
          </p:cNvPr>
          <p:cNvSpPr txBox="1"/>
          <p:nvPr/>
        </p:nvSpPr>
        <p:spPr>
          <a:xfrm>
            <a:off x="8528627" y="4784244"/>
            <a:ext cx="1565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Control X,Y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61DC110-1D59-07EC-3C9F-8DB71AFF9DFC}"/>
              </a:ext>
            </a:extLst>
          </p:cNvPr>
          <p:cNvCxnSpPr/>
          <p:nvPr/>
        </p:nvCxnSpPr>
        <p:spPr>
          <a:xfrm flipH="1">
            <a:off x="4911916" y="1923237"/>
            <a:ext cx="2371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B5FB626-7020-7EDD-1E3C-8E11A09D25ED}"/>
              </a:ext>
            </a:extLst>
          </p:cNvPr>
          <p:cNvCxnSpPr/>
          <p:nvPr/>
        </p:nvCxnSpPr>
        <p:spPr>
          <a:xfrm flipH="1">
            <a:off x="4911916" y="2082652"/>
            <a:ext cx="2371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05ED45D-4F77-46B7-A87C-F4C17479D760}"/>
              </a:ext>
            </a:extLst>
          </p:cNvPr>
          <p:cNvCxnSpPr/>
          <p:nvPr/>
        </p:nvCxnSpPr>
        <p:spPr>
          <a:xfrm flipH="1">
            <a:off x="4911916" y="2276874"/>
            <a:ext cx="2371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53986AC-818F-DBCB-7816-E19C4782532C}"/>
              </a:ext>
            </a:extLst>
          </p:cNvPr>
          <p:cNvSpPr txBox="1"/>
          <p:nvPr/>
        </p:nvSpPr>
        <p:spPr>
          <a:xfrm>
            <a:off x="6921094" y="1733772"/>
            <a:ext cx="1648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DO0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B215A04-6A5E-7CA8-9D64-7A8CBCE837F8}"/>
              </a:ext>
            </a:extLst>
          </p:cNvPr>
          <p:cNvSpPr txBox="1"/>
          <p:nvPr/>
        </p:nvSpPr>
        <p:spPr>
          <a:xfrm>
            <a:off x="6921094" y="1910743"/>
            <a:ext cx="1648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DO1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97AE3F-C6D9-729F-9B34-87DFADEDDB92}"/>
              </a:ext>
            </a:extLst>
          </p:cNvPr>
          <p:cNvSpPr txBox="1"/>
          <p:nvPr/>
        </p:nvSpPr>
        <p:spPr>
          <a:xfrm>
            <a:off x="6921094" y="2085373"/>
            <a:ext cx="1648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DO2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6708DBA-D31B-6B69-48B9-7B15640E93AF}"/>
              </a:ext>
            </a:extLst>
          </p:cNvPr>
          <p:cNvCxnSpPr/>
          <p:nvPr/>
        </p:nvCxnSpPr>
        <p:spPr>
          <a:xfrm flipH="1">
            <a:off x="4911916" y="2603076"/>
            <a:ext cx="2371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A3E188C-9F1A-42C2-E90E-8F124380A80B}"/>
              </a:ext>
            </a:extLst>
          </p:cNvPr>
          <p:cNvSpPr txBox="1"/>
          <p:nvPr/>
        </p:nvSpPr>
        <p:spPr>
          <a:xfrm>
            <a:off x="5933978" y="2133807"/>
            <a:ext cx="104114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CFF3DA-2C0B-9096-95A4-3782CF31FC61}"/>
              </a:ext>
            </a:extLst>
          </p:cNvPr>
          <p:cNvSpPr txBox="1"/>
          <p:nvPr/>
        </p:nvSpPr>
        <p:spPr>
          <a:xfrm>
            <a:off x="6921094" y="2421093"/>
            <a:ext cx="1648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DO7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588934-DDE3-EA28-4497-CD0B86B4B248}"/>
              </a:ext>
            </a:extLst>
          </p:cNvPr>
          <p:cNvSpPr txBox="1"/>
          <p:nvPr/>
        </p:nvSpPr>
        <p:spPr>
          <a:xfrm>
            <a:off x="992838" y="1587413"/>
            <a:ext cx="2766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Digital Output:</a:t>
            </a:r>
          </a:p>
          <a:p>
            <a:r>
              <a:rPr lang="en-US" sz="900" dirty="0"/>
              <a:t>DO0 – X1.7 program numb 0</a:t>
            </a:r>
          </a:p>
          <a:p>
            <a:r>
              <a:rPr lang="en-US" sz="900" dirty="0"/>
              <a:t>DO1 – X1.8 program numb 1</a:t>
            </a:r>
          </a:p>
          <a:p>
            <a:r>
              <a:rPr lang="en-US" sz="900" dirty="0"/>
              <a:t>DO2 – X1.9  program numb 2	</a:t>
            </a:r>
          </a:p>
          <a:p>
            <a:r>
              <a:rPr lang="en-US" sz="900" dirty="0"/>
              <a:t>DO3 – X1.10 program numb 3</a:t>
            </a:r>
          </a:p>
          <a:p>
            <a:r>
              <a:rPr lang="en-US" sz="900" dirty="0"/>
              <a:t>DO4 – X1.11 program numb 4</a:t>
            </a:r>
          </a:p>
          <a:p>
            <a:r>
              <a:rPr lang="en-US" sz="900" dirty="0"/>
              <a:t>DO5 – X1.3 Reset out of limits</a:t>
            </a:r>
          </a:p>
          <a:p>
            <a:r>
              <a:rPr lang="en-US" sz="900" dirty="0"/>
              <a:t>DO6 – X1.15  START</a:t>
            </a:r>
          </a:p>
          <a:p>
            <a:r>
              <a:rPr lang="en-US" sz="900" dirty="0"/>
              <a:t>DO7 – X1.30 Enable input</a:t>
            </a:r>
          </a:p>
          <a:p>
            <a:r>
              <a:rPr lang="en-US" sz="900" dirty="0"/>
              <a:t>DO_GND – X1.35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9E8CD1-5CF6-750F-9A3E-EFC779E68404}"/>
              </a:ext>
            </a:extLst>
          </p:cNvPr>
          <p:cNvSpPr txBox="1"/>
          <p:nvPr/>
        </p:nvSpPr>
        <p:spPr>
          <a:xfrm>
            <a:off x="4883815" y="1669399"/>
            <a:ext cx="1648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X1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43C4F40-285D-E404-F767-CE633E9B8287}"/>
              </a:ext>
            </a:extLst>
          </p:cNvPr>
          <p:cNvCxnSpPr>
            <a:cxnSpLocks/>
          </p:cNvCxnSpPr>
          <p:nvPr/>
        </p:nvCxnSpPr>
        <p:spPr>
          <a:xfrm>
            <a:off x="4911916" y="3590925"/>
            <a:ext cx="247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61F6F68-F2E9-629A-A7E6-410A739FEE1B}"/>
              </a:ext>
            </a:extLst>
          </p:cNvPr>
          <p:cNvCxnSpPr>
            <a:cxnSpLocks/>
          </p:cNvCxnSpPr>
          <p:nvPr/>
        </p:nvCxnSpPr>
        <p:spPr>
          <a:xfrm>
            <a:off x="4911916" y="3781425"/>
            <a:ext cx="2641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FE9909F-364F-63F1-0ABA-648A52A16DD1}"/>
              </a:ext>
            </a:extLst>
          </p:cNvPr>
          <p:cNvCxnSpPr>
            <a:cxnSpLocks/>
          </p:cNvCxnSpPr>
          <p:nvPr/>
        </p:nvCxnSpPr>
        <p:spPr>
          <a:xfrm>
            <a:off x="4911916" y="3960025"/>
            <a:ext cx="28332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343B380B-229F-D92D-E190-B2FD58135802}"/>
              </a:ext>
            </a:extLst>
          </p:cNvPr>
          <p:cNvSpPr txBox="1"/>
          <p:nvPr/>
        </p:nvSpPr>
        <p:spPr>
          <a:xfrm>
            <a:off x="6011452" y="3779860"/>
            <a:ext cx="104114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F678848-2309-B5A8-B085-BBCF8B14A5C7}"/>
              </a:ext>
            </a:extLst>
          </p:cNvPr>
          <p:cNvCxnSpPr>
            <a:cxnSpLocks/>
          </p:cNvCxnSpPr>
          <p:nvPr/>
        </p:nvCxnSpPr>
        <p:spPr>
          <a:xfrm>
            <a:off x="4911916" y="4302925"/>
            <a:ext cx="2965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2714267-59C0-BA8D-C02A-22FA96ED19F0}"/>
              </a:ext>
            </a:extLst>
          </p:cNvPr>
          <p:cNvCxnSpPr/>
          <p:nvPr/>
        </p:nvCxnSpPr>
        <p:spPr>
          <a:xfrm flipV="1">
            <a:off x="7384930" y="2770353"/>
            <a:ext cx="0" cy="82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D8DFA84-EB12-DBCE-5106-6641891EE989}"/>
              </a:ext>
            </a:extLst>
          </p:cNvPr>
          <p:cNvCxnSpPr/>
          <p:nvPr/>
        </p:nvCxnSpPr>
        <p:spPr>
          <a:xfrm flipV="1">
            <a:off x="7553325" y="2770353"/>
            <a:ext cx="0" cy="1009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CE19772A-F66E-503E-4ACF-F74BAFB8134D}"/>
              </a:ext>
            </a:extLst>
          </p:cNvPr>
          <p:cNvCxnSpPr/>
          <p:nvPr/>
        </p:nvCxnSpPr>
        <p:spPr>
          <a:xfrm flipV="1">
            <a:off x="7745198" y="2770353"/>
            <a:ext cx="0" cy="118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A8F1839-D815-343F-1A6B-7D91B6127A73}"/>
              </a:ext>
            </a:extLst>
          </p:cNvPr>
          <p:cNvCxnSpPr/>
          <p:nvPr/>
        </p:nvCxnSpPr>
        <p:spPr>
          <a:xfrm flipV="1">
            <a:off x="7877175" y="2770353"/>
            <a:ext cx="0" cy="1532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8D3E4A14-3F28-86D3-4133-9D6F2265CCE0}"/>
              </a:ext>
            </a:extLst>
          </p:cNvPr>
          <p:cNvSpPr txBox="1"/>
          <p:nvPr/>
        </p:nvSpPr>
        <p:spPr>
          <a:xfrm>
            <a:off x="4883815" y="3394531"/>
            <a:ext cx="1648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X2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EE672BD-E177-7F67-4DB0-D481A49EE0D0}"/>
              </a:ext>
            </a:extLst>
          </p:cNvPr>
          <p:cNvSpPr txBox="1"/>
          <p:nvPr/>
        </p:nvSpPr>
        <p:spPr>
          <a:xfrm rot="16200000" flipV="1">
            <a:off x="7081313" y="2947286"/>
            <a:ext cx="4646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DI1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5784122-4136-AB62-2CEE-739BC200FF6B}"/>
              </a:ext>
            </a:extLst>
          </p:cNvPr>
          <p:cNvSpPr txBox="1"/>
          <p:nvPr/>
        </p:nvSpPr>
        <p:spPr>
          <a:xfrm>
            <a:off x="3167028" y="4575334"/>
            <a:ext cx="2766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Digital Input:</a:t>
            </a:r>
          </a:p>
          <a:p>
            <a:r>
              <a:rPr lang="en-US" sz="900" dirty="0"/>
              <a:t>DI0 –  Worker “MOVE” Button</a:t>
            </a:r>
          </a:p>
          <a:p>
            <a:r>
              <a:rPr lang="en-US" sz="900" dirty="0"/>
              <a:t>DI1 –  EMERGENCY Button</a:t>
            </a:r>
          </a:p>
          <a:p>
            <a:r>
              <a:rPr lang="en-US" sz="900" dirty="0"/>
              <a:t>DI2 –  Light Curtain Emergency	</a:t>
            </a:r>
          </a:p>
          <a:p>
            <a:r>
              <a:rPr lang="en-US" sz="900" dirty="0"/>
              <a:t>DI3 – </a:t>
            </a:r>
          </a:p>
          <a:p>
            <a:r>
              <a:rPr lang="en-US" sz="900" dirty="0"/>
              <a:t>DI4 – </a:t>
            </a:r>
          </a:p>
          <a:p>
            <a:r>
              <a:rPr lang="en-US" sz="900" dirty="0"/>
              <a:t>DI5 – X2.20 Out of limit I,U,P</a:t>
            </a:r>
          </a:p>
          <a:p>
            <a:r>
              <a:rPr lang="en-US" sz="900" dirty="0"/>
              <a:t>DI6 – X2.5 Out of limit head 1</a:t>
            </a:r>
          </a:p>
          <a:p>
            <a:r>
              <a:rPr lang="en-US" sz="900" dirty="0"/>
              <a:t>DI7 – X2.3 FK</a:t>
            </a:r>
          </a:p>
          <a:p>
            <a:r>
              <a:rPr lang="en-US" sz="900" dirty="0"/>
              <a:t>DI_COM – X2.36</a:t>
            </a:r>
          </a:p>
        </p:txBody>
      </p:sp>
    </p:spTree>
    <p:extLst>
      <p:ext uri="{BB962C8B-B14F-4D97-AF65-F5344CB8AC3E}">
        <p14:creationId xmlns:p14="http://schemas.microsoft.com/office/powerpoint/2010/main" val="269681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E21082-3DDE-6213-AD94-02FE952B2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012" y="70167"/>
            <a:ext cx="7087887" cy="4122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B30DB2-687F-3C05-6052-DBE20F5ABAA7}"/>
              </a:ext>
            </a:extLst>
          </p:cNvPr>
          <p:cNvSpPr txBox="1"/>
          <p:nvPr/>
        </p:nvSpPr>
        <p:spPr>
          <a:xfrm>
            <a:off x="1073189" y="1050315"/>
            <a:ext cx="2643329" cy="286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b="1" dirty="0">
                <a:solidFill>
                  <a:prstClr val="black"/>
                </a:solidFill>
                <a:latin typeface="Aptos" panose="02110004020202020204"/>
              </a:rPr>
              <a:t>Digital Output: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DO0 – X1.7 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DO1 – X1. 8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DO2 – X1.9 	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DO3 – X1.10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DO4 – X1.11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DO5 – X1.12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DO6 – X1.15  START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DO7 – </a:t>
            </a:r>
          </a:p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DO_GND – X1.35</a:t>
            </a:r>
          </a:p>
        </p:txBody>
      </p:sp>
    </p:spTree>
    <p:extLst>
      <p:ext uri="{BB962C8B-B14F-4D97-AF65-F5344CB8AC3E}">
        <p14:creationId xmlns:p14="http://schemas.microsoft.com/office/powerpoint/2010/main" val="310458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7B62-3ACF-352F-5C42-2F1EB9AA4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43" y="1464121"/>
            <a:ext cx="10518338" cy="4352346"/>
          </a:xfrm>
        </p:spPr>
        <p:txBody>
          <a:bodyPr/>
          <a:lstStyle/>
          <a:p>
            <a:endParaRPr lang="de-DE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2776A-3844-1E12-47E4-C58344DF97A6}"/>
              </a:ext>
            </a:extLst>
          </p:cNvPr>
          <p:cNvSpPr txBox="1"/>
          <p:nvPr/>
        </p:nvSpPr>
        <p:spPr>
          <a:xfrm>
            <a:off x="3005748" y="2836241"/>
            <a:ext cx="609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9701" indent="-43970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de-DE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feld 2">
            <a:extLst>
              <a:ext uri="{FF2B5EF4-FFF2-40B4-BE49-F238E27FC236}">
                <a16:creationId xmlns:a16="http://schemas.microsoft.com/office/drawing/2014/main" id="{61971399-0299-121B-5188-9A45B74826B2}"/>
              </a:ext>
            </a:extLst>
          </p:cNvPr>
          <p:cNvSpPr txBox="1"/>
          <p:nvPr/>
        </p:nvSpPr>
        <p:spPr>
          <a:xfrm>
            <a:off x="147623" y="1116457"/>
            <a:ext cx="11517959" cy="5381203"/>
          </a:xfrm>
          <a:prstGeom prst="rect">
            <a:avLst/>
          </a:prstGeom>
        </p:spPr>
        <p:txBody>
          <a:bodyPr vert="horz" lIns="117254" tIns="58627" rIns="117254" bIns="58627" rtlCol="0">
            <a:normAutofit/>
          </a:bodyPr>
          <a:lstStyle/>
          <a:p>
            <a:pPr marL="439701" indent="-43970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de-DE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D05F4-F51F-5DD1-2F30-594140360993}"/>
              </a:ext>
            </a:extLst>
          </p:cNvPr>
          <p:cNvSpPr txBox="1"/>
          <p:nvPr/>
        </p:nvSpPr>
        <p:spPr>
          <a:xfrm>
            <a:off x="586328" y="1920406"/>
            <a:ext cx="126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Put battery, cell tab into jig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33C8A3-A54D-BE91-DD37-18D6B3AA5489}"/>
              </a:ext>
            </a:extLst>
          </p:cNvPr>
          <p:cNvSpPr txBox="1"/>
          <p:nvPr/>
        </p:nvSpPr>
        <p:spPr>
          <a:xfrm>
            <a:off x="387113" y="943432"/>
            <a:ext cx="6516594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FLOW CHART EXECUTION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480E50-372C-8EE8-D76B-4FA9A7797DCE}"/>
              </a:ext>
            </a:extLst>
          </p:cNvPr>
          <p:cNvSpPr/>
          <p:nvPr/>
        </p:nvSpPr>
        <p:spPr>
          <a:xfrm>
            <a:off x="760896" y="1277883"/>
            <a:ext cx="859536" cy="36272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8DE784-00C4-96FA-8D4C-B1F6C7CF0EC6}"/>
              </a:ext>
            </a:extLst>
          </p:cNvPr>
          <p:cNvSpPr txBox="1"/>
          <p:nvPr/>
        </p:nvSpPr>
        <p:spPr>
          <a:xfrm>
            <a:off x="719773" y="1313371"/>
            <a:ext cx="1045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Start script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53BAAA-D1C8-6912-6D99-3E3E426CE2BC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90664" y="1640609"/>
            <a:ext cx="6029" cy="2651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EDF04AC-6027-751C-CACE-756CFBE0183D}"/>
              </a:ext>
            </a:extLst>
          </p:cNvPr>
          <p:cNvSpPr/>
          <p:nvPr/>
        </p:nvSpPr>
        <p:spPr>
          <a:xfrm>
            <a:off x="648884" y="1905785"/>
            <a:ext cx="1095617" cy="3627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3BA622-DD8F-1BFE-B17E-198FD3C4B140}"/>
              </a:ext>
            </a:extLst>
          </p:cNvPr>
          <p:cNvSpPr txBox="1"/>
          <p:nvPr/>
        </p:nvSpPr>
        <p:spPr>
          <a:xfrm>
            <a:off x="485817" y="2865680"/>
            <a:ext cx="144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Check “MOVE”</a:t>
            </a:r>
          </a:p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Button?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51A653-BB41-C77A-3F7F-A2C9DCC2669A}"/>
              </a:ext>
            </a:extLst>
          </p:cNvPr>
          <p:cNvSpPr/>
          <p:nvPr/>
        </p:nvSpPr>
        <p:spPr>
          <a:xfrm>
            <a:off x="651168" y="3747159"/>
            <a:ext cx="1095617" cy="3627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692D24-B586-9395-19F7-D8C2B34BB12E}"/>
              </a:ext>
            </a:extLst>
          </p:cNvPr>
          <p:cNvSpPr txBox="1"/>
          <p:nvPr/>
        </p:nvSpPr>
        <p:spPr>
          <a:xfrm>
            <a:off x="568081" y="3754859"/>
            <a:ext cx="132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Move to welding</a:t>
            </a:r>
          </a:p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position </a:t>
            </a:r>
            <a:r>
              <a:rPr lang="en-US" sz="900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 = 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D92785-D851-920E-FDC5-DE119FC21036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 flipH="1">
            <a:off x="1196692" y="2268511"/>
            <a:ext cx="1" cy="27514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FD586D-862A-BFD1-AEC5-B05A3B7A2AFB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>
            <a:off x="1196692" y="3485696"/>
            <a:ext cx="2285" cy="26146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E5C00E-2D4D-C569-80B5-EC10E8F14EB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96049" y="4109885"/>
            <a:ext cx="1786" cy="44078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A0B96D0-0098-3337-4997-46B5CA7B8289}"/>
              </a:ext>
            </a:extLst>
          </p:cNvPr>
          <p:cNvSpPr txBox="1"/>
          <p:nvPr/>
        </p:nvSpPr>
        <p:spPr>
          <a:xfrm>
            <a:off x="10592813" y="6154335"/>
            <a:ext cx="859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4C4683-A91C-AF77-F734-6C6558DFB881}"/>
              </a:ext>
            </a:extLst>
          </p:cNvPr>
          <p:cNvSpPr txBox="1"/>
          <p:nvPr/>
        </p:nvSpPr>
        <p:spPr>
          <a:xfrm>
            <a:off x="8443505" y="1851680"/>
            <a:ext cx="342944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Auto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: Optical inspection, switch, …</a:t>
            </a:r>
            <a:b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“MOVE” button 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-&gt; start moving </a:t>
            </a:r>
            <a:r>
              <a:rPr lang="en-US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xytable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to next target position</a:t>
            </a:r>
          </a:p>
          <a:p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“EMERGENCY button” 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-&gt;  Operator action when detecting sticky electrode issue.</a:t>
            </a:r>
          </a:p>
          <a:p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“GRIND” button 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-&gt; start moving </a:t>
            </a:r>
            <a:r>
              <a:rPr lang="en-US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xytable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to grinding position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B2DBFD62-E66E-BA85-DF25-E65267450C0A}"/>
              </a:ext>
            </a:extLst>
          </p:cNvPr>
          <p:cNvSpPr/>
          <p:nvPr/>
        </p:nvSpPr>
        <p:spPr>
          <a:xfrm>
            <a:off x="702198" y="2543657"/>
            <a:ext cx="988987" cy="942039"/>
          </a:xfrm>
          <a:prstGeom prst="diamond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78C1CA-2616-3C79-B388-558B05A6AA68}"/>
              </a:ext>
            </a:extLst>
          </p:cNvPr>
          <p:cNvCxnSpPr>
            <a:cxnSpLocks/>
          </p:cNvCxnSpPr>
          <p:nvPr/>
        </p:nvCxnSpPr>
        <p:spPr>
          <a:xfrm>
            <a:off x="1682563" y="3014597"/>
            <a:ext cx="23170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A688C5A-41D6-F82F-C45F-8DF59998BF86}"/>
              </a:ext>
            </a:extLst>
          </p:cNvPr>
          <p:cNvCxnSpPr>
            <a:cxnSpLocks/>
          </p:cNvCxnSpPr>
          <p:nvPr/>
        </p:nvCxnSpPr>
        <p:spPr>
          <a:xfrm flipV="1">
            <a:off x="1918547" y="2406084"/>
            <a:ext cx="0" cy="6123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5F86CA-BEE2-7D22-81CA-14D3F1B78E1B}"/>
              </a:ext>
            </a:extLst>
          </p:cNvPr>
          <p:cNvCxnSpPr>
            <a:cxnSpLocks/>
          </p:cNvCxnSpPr>
          <p:nvPr/>
        </p:nvCxnSpPr>
        <p:spPr>
          <a:xfrm flipH="1">
            <a:off x="1217262" y="2406084"/>
            <a:ext cx="70187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9AAE897-533B-71E6-ED5D-8DAFCB93B84D}"/>
              </a:ext>
            </a:extLst>
          </p:cNvPr>
          <p:cNvSpPr txBox="1"/>
          <p:nvPr/>
        </p:nvSpPr>
        <p:spPr>
          <a:xfrm>
            <a:off x="1562552" y="2831739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D5CA6D-9A39-DEE1-2A25-D052B1DEEF73}"/>
              </a:ext>
            </a:extLst>
          </p:cNvPr>
          <p:cNvSpPr txBox="1"/>
          <p:nvPr/>
        </p:nvSpPr>
        <p:spPr>
          <a:xfrm>
            <a:off x="773656" y="3454164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D7AF874-2BB9-741C-5D15-4953FC3B71A3}"/>
              </a:ext>
            </a:extLst>
          </p:cNvPr>
          <p:cNvGrpSpPr/>
          <p:nvPr/>
        </p:nvGrpSpPr>
        <p:grpSpPr>
          <a:xfrm>
            <a:off x="1837254" y="4379404"/>
            <a:ext cx="1193556" cy="687314"/>
            <a:chOff x="524051" y="4753991"/>
            <a:chExt cx="1446765" cy="942039"/>
          </a:xfrm>
        </p:grpSpPr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532EF859-8D73-F005-7CFC-7CD93CB89403}"/>
                </a:ext>
              </a:extLst>
            </p:cNvPr>
            <p:cNvSpPr/>
            <p:nvPr/>
          </p:nvSpPr>
          <p:spPr>
            <a:xfrm>
              <a:off x="752940" y="4753991"/>
              <a:ext cx="988987" cy="942039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A358AE-0A77-082B-154B-A18D03B0AAEB}"/>
                </a:ext>
              </a:extLst>
            </p:cNvPr>
            <p:cNvSpPr txBox="1"/>
            <p:nvPr/>
          </p:nvSpPr>
          <p:spPr>
            <a:xfrm>
              <a:off x="524051" y="4976567"/>
              <a:ext cx="1446765" cy="50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Welding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result </a:t>
              </a:r>
              <a:r>
                <a:rPr lang="en-US" sz="9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B51710D-4C13-86E5-859A-E289EB77739C}"/>
              </a:ext>
            </a:extLst>
          </p:cNvPr>
          <p:cNvSpPr txBox="1"/>
          <p:nvPr/>
        </p:nvSpPr>
        <p:spPr>
          <a:xfrm>
            <a:off x="2066144" y="4257072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439494-0BBB-D26F-0399-6A51231CA5C2}"/>
              </a:ext>
            </a:extLst>
          </p:cNvPr>
          <p:cNvSpPr txBox="1"/>
          <p:nvPr/>
        </p:nvSpPr>
        <p:spPr>
          <a:xfrm>
            <a:off x="2688898" y="4538218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OK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277DC2-CE5B-4A23-549B-E650A6F12529}"/>
              </a:ext>
            </a:extLst>
          </p:cNvPr>
          <p:cNvGrpSpPr/>
          <p:nvPr/>
        </p:nvGrpSpPr>
        <p:grpSpPr>
          <a:xfrm>
            <a:off x="3946437" y="4379404"/>
            <a:ext cx="1193556" cy="687314"/>
            <a:chOff x="524051" y="4753991"/>
            <a:chExt cx="1446765" cy="942039"/>
          </a:xfrm>
        </p:grpSpPr>
        <p:sp>
          <p:nvSpPr>
            <p:cNvPr id="36" name="Diamond 35">
              <a:extLst>
                <a:ext uri="{FF2B5EF4-FFF2-40B4-BE49-F238E27FC236}">
                  <a16:creationId xmlns:a16="http://schemas.microsoft.com/office/drawing/2014/main" id="{0EF8DA1B-8F3A-A446-0B05-8BEFBE374AB9}"/>
                </a:ext>
              </a:extLst>
            </p:cNvPr>
            <p:cNvSpPr/>
            <p:nvPr/>
          </p:nvSpPr>
          <p:spPr>
            <a:xfrm>
              <a:off x="752940" y="4753991"/>
              <a:ext cx="988987" cy="942039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4C2EB7-B424-7CB4-3704-5CF9058C4186}"/>
                </a:ext>
              </a:extLst>
            </p:cNvPr>
            <p:cNvSpPr txBox="1"/>
            <p:nvPr/>
          </p:nvSpPr>
          <p:spPr>
            <a:xfrm>
              <a:off x="524051" y="4971906"/>
              <a:ext cx="1446765" cy="50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Position </a:t>
              </a:r>
            </a:p>
            <a:p>
              <a:pPr algn="ctr"/>
              <a:r>
                <a:rPr lang="en-US" sz="9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 =21?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74A1101-F2AC-180E-5BBD-F88FABED857A}"/>
              </a:ext>
            </a:extLst>
          </p:cNvPr>
          <p:cNvCxnSpPr>
            <a:cxnSpLocks/>
          </p:cNvCxnSpPr>
          <p:nvPr/>
        </p:nvCxnSpPr>
        <p:spPr>
          <a:xfrm>
            <a:off x="2841981" y="4722617"/>
            <a:ext cx="263843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216EA9-1D8A-BB1B-A8FD-36EFADEEAE29}"/>
              </a:ext>
            </a:extLst>
          </p:cNvPr>
          <p:cNvGrpSpPr/>
          <p:nvPr/>
        </p:nvGrpSpPr>
        <p:grpSpPr>
          <a:xfrm>
            <a:off x="1764215" y="3739204"/>
            <a:ext cx="1325632" cy="372620"/>
            <a:chOff x="1769805" y="5638700"/>
            <a:chExt cx="1325632" cy="37262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4C8FA03-F37F-3155-D36D-E420ECACE975}"/>
                </a:ext>
              </a:extLst>
            </p:cNvPr>
            <p:cNvSpPr txBox="1"/>
            <p:nvPr/>
          </p:nvSpPr>
          <p:spPr>
            <a:xfrm>
              <a:off x="1769805" y="5641988"/>
              <a:ext cx="132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Stop XY </a:t>
              </a:r>
            </a:p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movement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C331C08-9462-00D2-F0BB-D9321CB63328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B3F09AB-6D35-2199-62E2-AF7A3F7F07DF}"/>
              </a:ext>
            </a:extLst>
          </p:cNvPr>
          <p:cNvCxnSpPr>
            <a:cxnSpLocks/>
          </p:cNvCxnSpPr>
          <p:nvPr/>
        </p:nvCxnSpPr>
        <p:spPr>
          <a:xfrm>
            <a:off x="2416903" y="3631639"/>
            <a:ext cx="58131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517AC30-877C-ECC0-0359-D805A8981739}"/>
              </a:ext>
            </a:extLst>
          </p:cNvPr>
          <p:cNvCxnSpPr>
            <a:cxnSpLocks/>
            <a:stCxn id="31" idx="0"/>
            <a:endCxn id="41" idx="2"/>
          </p:cNvCxnSpPr>
          <p:nvPr/>
        </p:nvCxnSpPr>
        <p:spPr>
          <a:xfrm flipH="1" flipV="1">
            <a:off x="2427032" y="4101930"/>
            <a:ext cx="7000" cy="27747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47DF580-6920-72A3-C863-A6BC11C8E4B0}"/>
              </a:ext>
            </a:extLst>
          </p:cNvPr>
          <p:cNvGrpSpPr/>
          <p:nvPr/>
        </p:nvGrpSpPr>
        <p:grpSpPr>
          <a:xfrm>
            <a:off x="535018" y="4550672"/>
            <a:ext cx="1325632" cy="362726"/>
            <a:chOff x="1769805" y="5638700"/>
            <a:chExt cx="1325632" cy="36272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DAFB5C7-DB11-9BA0-4B50-7793C7333404}"/>
                </a:ext>
              </a:extLst>
            </p:cNvPr>
            <p:cNvSpPr txBox="1"/>
            <p:nvPr/>
          </p:nvSpPr>
          <p:spPr>
            <a:xfrm>
              <a:off x="1769805" y="5651725"/>
              <a:ext cx="132563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Auto-Welding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8F68D9D-A345-ED93-19F6-C5D2194F49BA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B4179EF-FFA6-B521-8511-FEAD37FFE1A6}"/>
              </a:ext>
            </a:extLst>
          </p:cNvPr>
          <p:cNvCxnSpPr/>
          <p:nvPr/>
        </p:nvCxnSpPr>
        <p:spPr>
          <a:xfrm>
            <a:off x="1744501" y="4722617"/>
            <a:ext cx="27529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CC69F56-7990-63D2-9576-AA11D975A68D}"/>
              </a:ext>
            </a:extLst>
          </p:cNvPr>
          <p:cNvGrpSpPr/>
          <p:nvPr/>
        </p:nvGrpSpPr>
        <p:grpSpPr>
          <a:xfrm>
            <a:off x="5433085" y="1886190"/>
            <a:ext cx="1506105" cy="413375"/>
            <a:chOff x="1769805" y="5638700"/>
            <a:chExt cx="1325632" cy="38235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73DAA53-972C-0E71-3D93-9470D5F87B08}"/>
                </a:ext>
              </a:extLst>
            </p:cNvPr>
            <p:cNvSpPr txBox="1"/>
            <p:nvPr/>
          </p:nvSpPr>
          <p:spPr>
            <a:xfrm>
              <a:off x="1769805" y="5651725"/>
              <a:ext cx="132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Move to Worker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Position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15A03C9-7BEF-923F-39B2-8220D362ED1A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3ACA48E-37E8-8A9E-0DB8-9646E73DE8F5}"/>
              </a:ext>
            </a:extLst>
          </p:cNvPr>
          <p:cNvGrpSpPr/>
          <p:nvPr/>
        </p:nvGrpSpPr>
        <p:grpSpPr>
          <a:xfrm>
            <a:off x="2098460" y="1896748"/>
            <a:ext cx="1325632" cy="362726"/>
            <a:chOff x="1769805" y="5638700"/>
            <a:chExt cx="1325632" cy="36272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8B01458-195F-BC66-D2E1-2EE1DBBA5DDB}"/>
                </a:ext>
              </a:extLst>
            </p:cNvPr>
            <p:cNvSpPr txBox="1"/>
            <p:nvPr/>
          </p:nvSpPr>
          <p:spPr>
            <a:xfrm>
              <a:off x="1769805" y="5714463"/>
              <a:ext cx="132563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Scan new label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AEE76C9-93B2-66D1-F848-A60188CC8AED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1115AD0-940A-6B6D-E72C-DDAFB9D2E71B}"/>
              </a:ext>
            </a:extLst>
          </p:cNvPr>
          <p:cNvCxnSpPr>
            <a:cxnSpLocks/>
            <a:stCxn id="51" idx="1"/>
            <a:endCxn id="100" idx="3"/>
          </p:cNvCxnSpPr>
          <p:nvPr/>
        </p:nvCxnSpPr>
        <p:spPr>
          <a:xfrm flipH="1" flipV="1">
            <a:off x="5062388" y="2076490"/>
            <a:ext cx="501362" cy="57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126394F-2D06-22AC-1922-ADB75AE2E2D5}"/>
              </a:ext>
            </a:extLst>
          </p:cNvPr>
          <p:cNvCxnSpPr>
            <a:cxnSpLocks/>
            <a:stCxn id="54" idx="1"/>
            <a:endCxn id="15" idx="3"/>
          </p:cNvCxnSpPr>
          <p:nvPr/>
        </p:nvCxnSpPr>
        <p:spPr>
          <a:xfrm flipH="1">
            <a:off x="1744501" y="2078111"/>
            <a:ext cx="468967" cy="903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766456D-793B-C615-7130-81CB868B4DF6}"/>
              </a:ext>
            </a:extLst>
          </p:cNvPr>
          <p:cNvGrpSpPr/>
          <p:nvPr/>
        </p:nvGrpSpPr>
        <p:grpSpPr>
          <a:xfrm>
            <a:off x="2929353" y="4380118"/>
            <a:ext cx="1193556" cy="687314"/>
            <a:chOff x="524051" y="4753991"/>
            <a:chExt cx="1446765" cy="942039"/>
          </a:xfrm>
        </p:grpSpPr>
        <p:sp>
          <p:nvSpPr>
            <p:cNvPr id="60" name="Diamond 59">
              <a:extLst>
                <a:ext uri="{FF2B5EF4-FFF2-40B4-BE49-F238E27FC236}">
                  <a16:creationId xmlns:a16="http://schemas.microsoft.com/office/drawing/2014/main" id="{7A4EE150-3CE1-CFC6-CE87-8002306A83A5}"/>
                </a:ext>
              </a:extLst>
            </p:cNvPr>
            <p:cNvSpPr/>
            <p:nvPr/>
          </p:nvSpPr>
          <p:spPr>
            <a:xfrm>
              <a:off x="752940" y="4753991"/>
              <a:ext cx="988987" cy="942039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3B8A793-2026-F73E-D978-FE54A8852D49}"/>
                </a:ext>
              </a:extLst>
            </p:cNvPr>
            <p:cNvSpPr txBox="1"/>
            <p:nvPr/>
          </p:nvSpPr>
          <p:spPr>
            <a:xfrm>
              <a:off x="524051" y="4971906"/>
              <a:ext cx="1446765" cy="50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Sticky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Check?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1C132A1-545C-81D3-0FC3-874EB36642F2}"/>
              </a:ext>
            </a:extLst>
          </p:cNvPr>
          <p:cNvGrpSpPr/>
          <p:nvPr/>
        </p:nvGrpSpPr>
        <p:grpSpPr>
          <a:xfrm>
            <a:off x="7414926" y="5505461"/>
            <a:ext cx="1800357" cy="402130"/>
            <a:chOff x="1769805" y="5638700"/>
            <a:chExt cx="1325632" cy="36272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6EEEE16-D2E4-55F2-5318-BBE3614B30C2}"/>
                </a:ext>
              </a:extLst>
            </p:cNvPr>
            <p:cNvSpPr txBox="1"/>
            <p:nvPr/>
          </p:nvSpPr>
          <p:spPr>
            <a:xfrm>
              <a:off x="1769805" y="5641987"/>
              <a:ext cx="1325632" cy="333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Operator press “EMERGENCY” BUTTON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A7E4F07-76C8-3A62-9354-067227CEAF25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8928FE5-4546-52C1-C735-CF287A996B80}"/>
              </a:ext>
            </a:extLst>
          </p:cNvPr>
          <p:cNvSpPr txBox="1"/>
          <p:nvPr/>
        </p:nvSpPr>
        <p:spPr>
          <a:xfrm>
            <a:off x="3476838" y="4992506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31AC75E-157A-41A8-02AD-A504A990A29A}"/>
              </a:ext>
            </a:extLst>
          </p:cNvPr>
          <p:cNvCxnSpPr>
            <a:cxnSpLocks/>
            <a:stCxn id="64" idx="1"/>
            <a:endCxn id="69" idx="3"/>
          </p:cNvCxnSpPr>
          <p:nvPr/>
        </p:nvCxnSpPr>
        <p:spPr>
          <a:xfrm flipH="1">
            <a:off x="7356224" y="5706526"/>
            <a:ext cx="214896" cy="122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8B8FD79-60DA-8D0E-D198-233860DAF2AE}"/>
              </a:ext>
            </a:extLst>
          </p:cNvPr>
          <p:cNvGrpSpPr/>
          <p:nvPr/>
        </p:nvGrpSpPr>
        <p:grpSpPr>
          <a:xfrm>
            <a:off x="6081628" y="5493553"/>
            <a:ext cx="1373757" cy="506572"/>
            <a:chOff x="1789594" y="5638700"/>
            <a:chExt cx="1283480" cy="40796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DBED29E-8556-9517-69F4-41583C456F09}"/>
                </a:ext>
              </a:extLst>
            </p:cNvPr>
            <p:cNvSpPr txBox="1"/>
            <p:nvPr/>
          </p:nvSpPr>
          <p:spPr>
            <a:xfrm>
              <a:off x="1789594" y="5677328"/>
              <a:ext cx="1283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XY Stop at current position </a:t>
              </a:r>
              <a:r>
                <a:rPr lang="en-US" sz="9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endParaRPr lang="en-US" sz="9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0D9FB46-C922-A3F6-D50E-0A874C58B969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91604C6-0508-0884-0CD3-396AB0A546E9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3526131" y="5067432"/>
            <a:ext cx="0" cy="1261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AA7EEE3-CA32-E28B-7428-DEA47526F1C4}"/>
              </a:ext>
            </a:extLst>
          </p:cNvPr>
          <p:cNvCxnSpPr>
            <a:cxnSpLocks/>
          </p:cNvCxnSpPr>
          <p:nvPr/>
        </p:nvCxnSpPr>
        <p:spPr>
          <a:xfrm>
            <a:off x="3519109" y="5193565"/>
            <a:ext cx="47115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21D3BF-DA3E-0550-6C23-EFA5735BF233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8230658" y="5193565"/>
            <a:ext cx="84447" cy="31554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BB2531E-1730-C6D0-13EE-F5FF26B18690}"/>
              </a:ext>
            </a:extLst>
          </p:cNvPr>
          <p:cNvCxnSpPr>
            <a:cxnSpLocks/>
          </p:cNvCxnSpPr>
          <p:nvPr/>
        </p:nvCxnSpPr>
        <p:spPr>
          <a:xfrm>
            <a:off x="4926952" y="5307314"/>
            <a:ext cx="222646" cy="1747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5B93A4D-5995-621F-F875-501651B0A5C9}"/>
              </a:ext>
            </a:extLst>
          </p:cNvPr>
          <p:cNvGrpSpPr/>
          <p:nvPr/>
        </p:nvGrpSpPr>
        <p:grpSpPr>
          <a:xfrm>
            <a:off x="603739" y="5571333"/>
            <a:ext cx="1403430" cy="386698"/>
            <a:chOff x="1807767" y="5638700"/>
            <a:chExt cx="1283480" cy="38669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A359542-28F4-3CD4-3BC9-D68E61F81328}"/>
                </a:ext>
              </a:extLst>
            </p:cNvPr>
            <p:cNvSpPr txBox="1"/>
            <p:nvPr/>
          </p:nvSpPr>
          <p:spPr>
            <a:xfrm>
              <a:off x="1807767" y="5656066"/>
              <a:ext cx="1283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Electrode 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Grinding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F40BB8A-9E0D-A16D-13B9-97F870FA11C8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18C6F4-2EAD-9FE8-AD08-244DD99D5D79}"/>
              </a:ext>
            </a:extLst>
          </p:cNvPr>
          <p:cNvCxnSpPr>
            <a:cxnSpLocks/>
          </p:cNvCxnSpPr>
          <p:nvPr/>
        </p:nvCxnSpPr>
        <p:spPr>
          <a:xfrm>
            <a:off x="3934079" y="4722617"/>
            <a:ext cx="20118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78CC1F3-2E6D-61C1-22D9-9EC6C6710504}"/>
              </a:ext>
            </a:extLst>
          </p:cNvPr>
          <p:cNvSpPr txBox="1"/>
          <p:nvPr/>
        </p:nvSpPr>
        <p:spPr>
          <a:xfrm>
            <a:off x="3744100" y="4515090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7A25F4-F9CB-0C6B-1A55-628E295CFD28}"/>
              </a:ext>
            </a:extLst>
          </p:cNvPr>
          <p:cNvGrpSpPr/>
          <p:nvPr/>
        </p:nvGrpSpPr>
        <p:grpSpPr>
          <a:xfrm>
            <a:off x="3946436" y="3191545"/>
            <a:ext cx="1193556" cy="687314"/>
            <a:chOff x="524051" y="4753991"/>
            <a:chExt cx="1446765" cy="942039"/>
          </a:xfrm>
        </p:grpSpPr>
        <p:sp>
          <p:nvSpPr>
            <p:cNvPr id="81" name="Diamond 80">
              <a:extLst>
                <a:ext uri="{FF2B5EF4-FFF2-40B4-BE49-F238E27FC236}">
                  <a16:creationId xmlns:a16="http://schemas.microsoft.com/office/drawing/2014/main" id="{8358926F-B381-4DFB-E6FE-B8CAD8960A4C}"/>
                </a:ext>
              </a:extLst>
            </p:cNvPr>
            <p:cNvSpPr/>
            <p:nvPr/>
          </p:nvSpPr>
          <p:spPr>
            <a:xfrm>
              <a:off x="752940" y="4753991"/>
              <a:ext cx="988987" cy="942039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5C9FE11-64C4-919F-7C82-FE654AAC1F56}"/>
                </a:ext>
              </a:extLst>
            </p:cNvPr>
            <p:cNvSpPr txBox="1"/>
            <p:nvPr/>
          </p:nvSpPr>
          <p:spPr>
            <a:xfrm>
              <a:off x="524051" y="4971906"/>
              <a:ext cx="1446765" cy="50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Position </a:t>
              </a:r>
            </a:p>
            <a:p>
              <a:pPr algn="ctr"/>
              <a:r>
                <a:rPr lang="en-US" sz="9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 =42?</a:t>
              </a:r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8E8423A-75B8-91CA-BB15-5F8F0587548E}"/>
              </a:ext>
            </a:extLst>
          </p:cNvPr>
          <p:cNvCxnSpPr>
            <a:cxnSpLocks/>
          </p:cNvCxnSpPr>
          <p:nvPr/>
        </p:nvCxnSpPr>
        <p:spPr>
          <a:xfrm>
            <a:off x="4955528" y="4722617"/>
            <a:ext cx="3294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FF7BE81-7629-6D11-BF4C-06E37615296A}"/>
              </a:ext>
            </a:extLst>
          </p:cNvPr>
          <p:cNvSpPr txBox="1"/>
          <p:nvPr/>
        </p:nvSpPr>
        <p:spPr>
          <a:xfrm>
            <a:off x="4188647" y="4257072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7F5A688-3C93-6E85-6939-CEE4887601B7}"/>
              </a:ext>
            </a:extLst>
          </p:cNvPr>
          <p:cNvGrpSpPr/>
          <p:nvPr/>
        </p:nvGrpSpPr>
        <p:grpSpPr>
          <a:xfrm>
            <a:off x="5179284" y="4525373"/>
            <a:ext cx="1325632" cy="372620"/>
            <a:chOff x="1769805" y="5638700"/>
            <a:chExt cx="1325632" cy="37262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FED2D5-6A22-386A-EA65-E7867EEB6C07}"/>
                </a:ext>
              </a:extLst>
            </p:cNvPr>
            <p:cNvSpPr txBox="1"/>
            <p:nvPr/>
          </p:nvSpPr>
          <p:spPr>
            <a:xfrm>
              <a:off x="1769805" y="5641988"/>
              <a:ext cx="132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Move to worker 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position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B6333A1-36BE-4CA7-9B19-D17DFCFBB752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6134FC8-0FB3-FFC8-D937-E46BD80713DC}"/>
              </a:ext>
            </a:extLst>
          </p:cNvPr>
          <p:cNvGrpSpPr/>
          <p:nvPr/>
        </p:nvGrpSpPr>
        <p:grpSpPr>
          <a:xfrm>
            <a:off x="6477176" y="4519385"/>
            <a:ext cx="1325632" cy="372620"/>
            <a:chOff x="1769805" y="5638700"/>
            <a:chExt cx="1325632" cy="372620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834A735-9F54-FAFA-62ED-6E222992717D}"/>
                </a:ext>
              </a:extLst>
            </p:cNvPr>
            <p:cNvSpPr txBox="1"/>
            <p:nvPr/>
          </p:nvSpPr>
          <p:spPr>
            <a:xfrm>
              <a:off x="1769805" y="5641988"/>
              <a:ext cx="132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Flip battery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pack 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16FDD21-1A6C-717F-2909-2220C73ABC78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953D96E-BD41-E1CE-2D98-6796162A82A5}"/>
              </a:ext>
            </a:extLst>
          </p:cNvPr>
          <p:cNvCxnSpPr>
            <a:stCxn id="36" idx="0"/>
            <a:endCxn id="81" idx="2"/>
          </p:cNvCxnSpPr>
          <p:nvPr/>
        </p:nvCxnSpPr>
        <p:spPr>
          <a:xfrm flipH="1" flipV="1">
            <a:off x="4543214" y="3878859"/>
            <a:ext cx="1" cy="50054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27D5EB8-FAEA-2757-DDC3-DAA8B5DCF5AC}"/>
              </a:ext>
            </a:extLst>
          </p:cNvPr>
          <p:cNvSpPr txBox="1"/>
          <p:nvPr/>
        </p:nvSpPr>
        <p:spPr>
          <a:xfrm>
            <a:off x="4147498" y="3036503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6E8C658-8B42-3B62-28EA-26530F97A484}"/>
              </a:ext>
            </a:extLst>
          </p:cNvPr>
          <p:cNvCxnSpPr>
            <a:cxnSpLocks/>
          </p:cNvCxnSpPr>
          <p:nvPr/>
        </p:nvCxnSpPr>
        <p:spPr>
          <a:xfrm flipH="1" flipV="1">
            <a:off x="4034673" y="2623066"/>
            <a:ext cx="2147976" cy="7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8D3526F-42F4-2014-8577-9FC3A6BDD74C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4543214" y="2626881"/>
            <a:ext cx="0" cy="56466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8474C81-5522-E270-2746-23339788D196}"/>
              </a:ext>
            </a:extLst>
          </p:cNvPr>
          <p:cNvGrpSpPr/>
          <p:nvPr/>
        </p:nvGrpSpPr>
        <p:grpSpPr>
          <a:xfrm>
            <a:off x="3595519" y="1888623"/>
            <a:ext cx="1596516" cy="383563"/>
            <a:chOff x="1807348" y="5638700"/>
            <a:chExt cx="1276763" cy="370285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81A4525-B140-0B4C-034E-7F636746D5E6}"/>
                </a:ext>
              </a:extLst>
            </p:cNvPr>
            <p:cNvSpPr txBox="1"/>
            <p:nvPr/>
          </p:nvSpPr>
          <p:spPr>
            <a:xfrm>
              <a:off x="1807348" y="5652438"/>
              <a:ext cx="1276763" cy="356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Take out scrap/completed pack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659BDB8-0C38-9713-BCB7-36DEB026BCE4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6ADFC731-D587-4EED-3AD1-EAFA069498C2}"/>
              </a:ext>
            </a:extLst>
          </p:cNvPr>
          <p:cNvSpPr txBox="1"/>
          <p:nvPr/>
        </p:nvSpPr>
        <p:spPr>
          <a:xfrm>
            <a:off x="4799302" y="4500693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F8AD42FE-9917-1392-6788-8CED9DD83761}"/>
              </a:ext>
            </a:extLst>
          </p:cNvPr>
          <p:cNvCxnSpPr>
            <a:cxnSpLocks/>
          </p:cNvCxnSpPr>
          <p:nvPr/>
        </p:nvCxnSpPr>
        <p:spPr>
          <a:xfrm>
            <a:off x="6377679" y="4704449"/>
            <a:ext cx="20241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75CA80B-35D9-6FC9-50D4-36B810DC20C7}"/>
              </a:ext>
            </a:extLst>
          </p:cNvPr>
          <p:cNvGrpSpPr/>
          <p:nvPr/>
        </p:nvGrpSpPr>
        <p:grpSpPr>
          <a:xfrm>
            <a:off x="6478886" y="3348106"/>
            <a:ext cx="1325632" cy="382357"/>
            <a:chOff x="1769805" y="5638700"/>
            <a:chExt cx="1325632" cy="382357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ECE76E4-0C1F-778E-3D6B-D63FA5A1B72F}"/>
                </a:ext>
              </a:extLst>
            </p:cNvPr>
            <p:cNvSpPr txBox="1"/>
            <p:nvPr/>
          </p:nvSpPr>
          <p:spPr>
            <a:xfrm>
              <a:off x="1769805" y="5651725"/>
              <a:ext cx="132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Move to position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=i+1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F69E240-D361-AAAA-CBE8-60BD1E23F139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6DA1C20-8508-28DD-0475-F1C314A90CC6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186138" y="2278341"/>
            <a:ext cx="0" cy="35235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Diamond 110">
            <a:extLst>
              <a:ext uri="{FF2B5EF4-FFF2-40B4-BE49-F238E27FC236}">
                <a16:creationId xmlns:a16="http://schemas.microsoft.com/office/drawing/2014/main" id="{B5BE704E-9590-44D9-8F2C-F7BFC455E31C}"/>
              </a:ext>
            </a:extLst>
          </p:cNvPr>
          <p:cNvSpPr/>
          <p:nvPr/>
        </p:nvSpPr>
        <p:spPr>
          <a:xfrm>
            <a:off x="5262222" y="3056607"/>
            <a:ext cx="988987" cy="942039"/>
          </a:xfrm>
          <a:prstGeom prst="diamond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64BF035-5A88-2378-FFA1-20D6BF9933A3}"/>
              </a:ext>
            </a:extLst>
          </p:cNvPr>
          <p:cNvSpPr txBox="1"/>
          <p:nvPr/>
        </p:nvSpPr>
        <p:spPr>
          <a:xfrm>
            <a:off x="5054791" y="3377827"/>
            <a:ext cx="144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Check “MOVE”</a:t>
            </a:r>
          </a:p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Button?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5009705-2BF8-496C-3F60-0F09427271D6}"/>
              </a:ext>
            </a:extLst>
          </p:cNvPr>
          <p:cNvCxnSpPr/>
          <p:nvPr/>
        </p:nvCxnSpPr>
        <p:spPr>
          <a:xfrm>
            <a:off x="4955528" y="3527627"/>
            <a:ext cx="30101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5CDDAF38-D3FF-BD33-0736-4536E6BEF204}"/>
              </a:ext>
            </a:extLst>
          </p:cNvPr>
          <p:cNvSpPr txBox="1"/>
          <p:nvPr/>
        </p:nvSpPr>
        <p:spPr>
          <a:xfrm>
            <a:off x="4776539" y="3339230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5B5266A-594B-08DD-999D-C466A83EC1B6}"/>
              </a:ext>
            </a:extLst>
          </p:cNvPr>
          <p:cNvCxnSpPr/>
          <p:nvPr/>
        </p:nvCxnSpPr>
        <p:spPr>
          <a:xfrm>
            <a:off x="6251209" y="3527626"/>
            <a:ext cx="32888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E242845-0053-5218-8A82-B760A01B664B}"/>
              </a:ext>
            </a:extLst>
          </p:cNvPr>
          <p:cNvCxnSpPr>
            <a:stCxn id="111" idx="2"/>
          </p:cNvCxnSpPr>
          <p:nvPr/>
        </p:nvCxnSpPr>
        <p:spPr>
          <a:xfrm flipH="1">
            <a:off x="5756715" y="3998646"/>
            <a:ext cx="1" cy="1112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30C7656-A5D6-110C-EE9C-CBDEA75021A3}"/>
              </a:ext>
            </a:extLst>
          </p:cNvPr>
          <p:cNvCxnSpPr>
            <a:cxnSpLocks/>
          </p:cNvCxnSpPr>
          <p:nvPr/>
        </p:nvCxnSpPr>
        <p:spPr>
          <a:xfrm flipH="1">
            <a:off x="5054791" y="4109885"/>
            <a:ext cx="7019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E9305D2-838D-CADE-693B-9E1672B84868}"/>
              </a:ext>
            </a:extLst>
          </p:cNvPr>
          <p:cNvCxnSpPr>
            <a:cxnSpLocks/>
          </p:cNvCxnSpPr>
          <p:nvPr/>
        </p:nvCxnSpPr>
        <p:spPr>
          <a:xfrm flipV="1">
            <a:off x="5054791" y="3548187"/>
            <a:ext cx="0" cy="56169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2AA23FE8-B114-9049-1812-A1B6A03C35BD}"/>
              </a:ext>
            </a:extLst>
          </p:cNvPr>
          <p:cNvSpPr txBox="1"/>
          <p:nvPr/>
        </p:nvSpPr>
        <p:spPr>
          <a:xfrm>
            <a:off x="6115039" y="3327571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777FA8D-0FD7-B2FB-BDB8-CE86E9113D97}"/>
              </a:ext>
            </a:extLst>
          </p:cNvPr>
          <p:cNvCxnSpPr>
            <a:stCxn id="108" idx="2"/>
          </p:cNvCxnSpPr>
          <p:nvPr/>
        </p:nvCxnSpPr>
        <p:spPr>
          <a:xfrm flipH="1">
            <a:off x="7137312" y="3710832"/>
            <a:ext cx="4391" cy="5462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4496119-3985-685C-F237-E6433F667BD0}"/>
              </a:ext>
            </a:extLst>
          </p:cNvPr>
          <p:cNvCxnSpPr>
            <a:cxnSpLocks/>
          </p:cNvCxnSpPr>
          <p:nvPr/>
        </p:nvCxnSpPr>
        <p:spPr>
          <a:xfrm flipH="1">
            <a:off x="1207848" y="4257072"/>
            <a:ext cx="5929464" cy="290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51FE055-7482-F44C-A32D-C5F56AEC0158}"/>
              </a:ext>
            </a:extLst>
          </p:cNvPr>
          <p:cNvSpPr txBox="1"/>
          <p:nvPr/>
        </p:nvSpPr>
        <p:spPr>
          <a:xfrm>
            <a:off x="5677983" y="3943724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E4B0C657-C63C-A425-D50B-5A0B13881B8D}"/>
              </a:ext>
            </a:extLst>
          </p:cNvPr>
          <p:cNvSpPr/>
          <p:nvPr/>
        </p:nvSpPr>
        <p:spPr>
          <a:xfrm>
            <a:off x="4842904" y="5307314"/>
            <a:ext cx="1015986" cy="872410"/>
          </a:xfrm>
          <a:prstGeom prst="diamond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41ACF17-7333-77CC-626F-F3ABE5DDBD83}"/>
              </a:ext>
            </a:extLst>
          </p:cNvPr>
          <p:cNvSpPr txBox="1"/>
          <p:nvPr/>
        </p:nvSpPr>
        <p:spPr>
          <a:xfrm>
            <a:off x="4721094" y="5608170"/>
            <a:ext cx="128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Check “GRIND”</a:t>
            </a:r>
          </a:p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Button?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25F194B-5A49-2FEC-4A63-916CAB1BAFD3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5843498" y="5718755"/>
            <a:ext cx="34004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itel 1">
            <a:extLst>
              <a:ext uri="{FF2B5EF4-FFF2-40B4-BE49-F238E27FC236}">
                <a16:creationId xmlns:a16="http://schemas.microsoft.com/office/drawing/2014/main" id="{05F250F4-A11E-9FA2-E8A6-1E7AEA1E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28" y="46864"/>
            <a:ext cx="8784976" cy="969588"/>
          </a:xfrm>
        </p:spPr>
        <p:txBody>
          <a:bodyPr vert="horz" lIns="117254" tIns="58627" rIns="117254" bIns="58627" rtlCol="0" anchor="ctr">
            <a:normAutofit/>
          </a:bodyPr>
          <a:lstStyle/>
          <a:p>
            <a:r>
              <a:rPr lang="de-DE" sz="2800" b="1" kern="1200" dirty="0">
                <a:latin typeface="Verdana" panose="020B0604030504040204" pitchFamily="34" charset="0"/>
                <a:ea typeface="Verdana" panose="020B0604030504040204" pitchFamily="34" charset="0"/>
              </a:rPr>
              <a:t>Concept </a:t>
            </a:r>
            <a:r>
              <a:rPr lang="de-DE" sz="2800" b="1" kern="1200" dirty="0" err="1">
                <a:latin typeface="Verdana" panose="020B0604030504040204" pitchFamily="34" charset="0"/>
                <a:ea typeface="Verdana" panose="020B0604030504040204" pitchFamily="34" charset="0"/>
              </a:rPr>
              <a:t>of</a:t>
            </a:r>
            <a:r>
              <a:rPr lang="de-DE" sz="2800" b="1" kern="1200" dirty="0">
                <a:latin typeface="Verdana" panose="020B0604030504040204" pitchFamily="34" charset="0"/>
                <a:ea typeface="Verdana" panose="020B0604030504040204" pitchFamily="34" charset="0"/>
              </a:rPr>
              <a:t> Auto </a:t>
            </a:r>
            <a:r>
              <a:rPr lang="de-DE" sz="2800" b="1" kern="1200" dirty="0" err="1">
                <a:latin typeface="Verdana" panose="020B0604030504040204" pitchFamily="34" charset="0"/>
                <a:ea typeface="Verdana" panose="020B0604030504040204" pitchFamily="34" charset="0"/>
              </a:rPr>
              <a:t>run</a:t>
            </a:r>
            <a:r>
              <a:rPr lang="de-DE" sz="2800" b="1" kern="1200" dirty="0">
                <a:latin typeface="Verdana" panose="020B0604030504040204" pitchFamily="34" charset="0"/>
                <a:ea typeface="Verdana" panose="020B0604030504040204" pitchFamily="34" charset="0"/>
              </a:rPr>
              <a:t> X-Y Welding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40AA1C15-A354-C757-06CE-2221B212C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796" y="138791"/>
            <a:ext cx="2559890" cy="833049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BA555A64-FEE7-7A32-764D-13FC85F2CB2B}"/>
              </a:ext>
            </a:extLst>
          </p:cNvPr>
          <p:cNvSpPr txBox="1"/>
          <p:nvPr/>
        </p:nvSpPr>
        <p:spPr>
          <a:xfrm>
            <a:off x="-34373" y="1895764"/>
            <a:ext cx="69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*Worker </a:t>
            </a:r>
          </a:p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position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BD1BB35-46BA-5FA6-826B-46BC229224C7}"/>
              </a:ext>
            </a:extLst>
          </p:cNvPr>
          <p:cNvGrpSpPr/>
          <p:nvPr/>
        </p:nvGrpSpPr>
        <p:grpSpPr>
          <a:xfrm>
            <a:off x="3616444" y="5383970"/>
            <a:ext cx="820514" cy="687314"/>
            <a:chOff x="752940" y="4753991"/>
            <a:chExt cx="994582" cy="942039"/>
          </a:xfrm>
        </p:grpSpPr>
        <p:sp>
          <p:nvSpPr>
            <p:cNvPr id="137" name="Diamond 136">
              <a:extLst>
                <a:ext uri="{FF2B5EF4-FFF2-40B4-BE49-F238E27FC236}">
                  <a16:creationId xmlns:a16="http://schemas.microsoft.com/office/drawing/2014/main" id="{F54647ED-AEA7-6112-6DD1-A7ADCBE0D868}"/>
                </a:ext>
              </a:extLst>
            </p:cNvPr>
            <p:cNvSpPr/>
            <p:nvPr/>
          </p:nvSpPr>
          <p:spPr>
            <a:xfrm>
              <a:off x="752940" y="4753991"/>
              <a:ext cx="988987" cy="942039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6F92800-4B0D-CF94-C4CD-B0DAA406CE10}"/>
                </a:ext>
              </a:extLst>
            </p:cNvPr>
            <p:cNvSpPr txBox="1"/>
            <p:nvPr/>
          </p:nvSpPr>
          <p:spPr>
            <a:xfrm>
              <a:off x="767355" y="4982640"/>
              <a:ext cx="980167" cy="50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Grinding done?</a:t>
              </a:r>
            </a:p>
          </p:txBody>
        </p: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5CBA8E46-C4B4-D3C7-18C9-5F5570D2EF85}"/>
              </a:ext>
            </a:extLst>
          </p:cNvPr>
          <p:cNvSpPr txBox="1"/>
          <p:nvPr/>
        </p:nvSpPr>
        <p:spPr>
          <a:xfrm>
            <a:off x="5211732" y="6143155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D3CDEF5-C580-5153-FED7-EA7972929011}"/>
              </a:ext>
            </a:extLst>
          </p:cNvPr>
          <p:cNvCxnSpPr>
            <a:cxnSpLocks/>
          </p:cNvCxnSpPr>
          <p:nvPr/>
        </p:nvCxnSpPr>
        <p:spPr>
          <a:xfrm>
            <a:off x="5290732" y="6323611"/>
            <a:ext cx="7227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66BB2E66-741D-23DA-F0D6-E8CF92B55F59}"/>
              </a:ext>
            </a:extLst>
          </p:cNvPr>
          <p:cNvCxnSpPr>
            <a:cxnSpLocks/>
          </p:cNvCxnSpPr>
          <p:nvPr/>
        </p:nvCxnSpPr>
        <p:spPr>
          <a:xfrm flipH="1" flipV="1">
            <a:off x="6007167" y="5725108"/>
            <a:ext cx="6354" cy="5985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BEF47D6D-4A90-C0E1-C68D-14BBC3557201}"/>
              </a:ext>
            </a:extLst>
          </p:cNvPr>
          <p:cNvCxnSpPr>
            <a:cxnSpLocks/>
          </p:cNvCxnSpPr>
          <p:nvPr/>
        </p:nvCxnSpPr>
        <p:spPr>
          <a:xfrm>
            <a:off x="5290732" y="6189361"/>
            <a:ext cx="0" cy="11992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130C12FC-7BFE-1EC3-9281-C1242DDD9B33}"/>
              </a:ext>
            </a:extLst>
          </p:cNvPr>
          <p:cNvSpPr txBox="1"/>
          <p:nvPr/>
        </p:nvSpPr>
        <p:spPr>
          <a:xfrm>
            <a:off x="4523286" y="5504654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B2646C72-0059-18C5-755A-D4720BFD7C36}"/>
              </a:ext>
            </a:extLst>
          </p:cNvPr>
          <p:cNvCxnSpPr>
            <a:cxnSpLocks/>
            <a:endCxn id="138" idx="3"/>
          </p:cNvCxnSpPr>
          <p:nvPr/>
        </p:nvCxnSpPr>
        <p:spPr>
          <a:xfrm flipH="1">
            <a:off x="4436958" y="5725108"/>
            <a:ext cx="417114" cy="1035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5E02E12F-6E85-A0CE-7AA4-768D16E54A34}"/>
              </a:ext>
            </a:extLst>
          </p:cNvPr>
          <p:cNvCxnSpPr>
            <a:cxnSpLocks/>
            <a:stCxn id="138" idx="1"/>
            <a:endCxn id="368" idx="3"/>
          </p:cNvCxnSpPr>
          <p:nvPr/>
        </p:nvCxnSpPr>
        <p:spPr>
          <a:xfrm flipH="1">
            <a:off x="3275399" y="5735459"/>
            <a:ext cx="352937" cy="2059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C4F11718-F53F-A98D-3867-4532EC7A7A48}"/>
              </a:ext>
            </a:extLst>
          </p:cNvPr>
          <p:cNvSpPr txBox="1"/>
          <p:nvPr/>
        </p:nvSpPr>
        <p:spPr>
          <a:xfrm>
            <a:off x="3304627" y="5518700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08080C81-D5DC-269C-2F4F-590719D60A09}"/>
              </a:ext>
            </a:extLst>
          </p:cNvPr>
          <p:cNvCxnSpPr>
            <a:cxnSpLocks/>
          </p:cNvCxnSpPr>
          <p:nvPr/>
        </p:nvCxnSpPr>
        <p:spPr>
          <a:xfrm flipH="1" flipV="1">
            <a:off x="7675551" y="3536052"/>
            <a:ext cx="1536413" cy="1213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496CEA7-4806-80BF-737A-880D3CAC6F9F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4024393" y="6071284"/>
            <a:ext cx="10280" cy="35284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2E8A910-35BD-DDE2-33FC-534048533C31}"/>
              </a:ext>
            </a:extLst>
          </p:cNvPr>
          <p:cNvCxnSpPr>
            <a:cxnSpLocks/>
          </p:cNvCxnSpPr>
          <p:nvPr/>
        </p:nvCxnSpPr>
        <p:spPr>
          <a:xfrm>
            <a:off x="9219359" y="3562493"/>
            <a:ext cx="59414" cy="28514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9AC803FD-E139-1CDB-D776-A6E22733CC48}"/>
              </a:ext>
            </a:extLst>
          </p:cNvPr>
          <p:cNvCxnSpPr>
            <a:cxnSpLocks/>
          </p:cNvCxnSpPr>
          <p:nvPr/>
        </p:nvCxnSpPr>
        <p:spPr>
          <a:xfrm flipH="1">
            <a:off x="4034673" y="6415945"/>
            <a:ext cx="52441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326AA192-39F4-CD39-28C2-730E73D1CC56}"/>
              </a:ext>
            </a:extLst>
          </p:cNvPr>
          <p:cNvSpPr txBox="1"/>
          <p:nvPr/>
        </p:nvSpPr>
        <p:spPr>
          <a:xfrm>
            <a:off x="3964105" y="6061164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24C48786-C405-E245-FF20-3A33A7FA2F1E}"/>
              </a:ext>
            </a:extLst>
          </p:cNvPr>
          <p:cNvCxnSpPr>
            <a:cxnSpLocks/>
          </p:cNvCxnSpPr>
          <p:nvPr/>
        </p:nvCxnSpPr>
        <p:spPr>
          <a:xfrm flipH="1">
            <a:off x="1287083" y="5307314"/>
            <a:ext cx="3639869" cy="8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75DEFB65-CE0C-E776-2DFB-BA27C0E9096A}"/>
              </a:ext>
            </a:extLst>
          </p:cNvPr>
          <p:cNvCxnSpPr>
            <a:cxnSpLocks/>
            <a:endCxn id="76" idx="0"/>
          </p:cNvCxnSpPr>
          <p:nvPr/>
        </p:nvCxnSpPr>
        <p:spPr>
          <a:xfrm flipH="1">
            <a:off x="1286990" y="5308203"/>
            <a:ext cx="93" cy="2631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ED041E85-667A-92B2-667A-21E7E477EB46}"/>
              </a:ext>
            </a:extLst>
          </p:cNvPr>
          <p:cNvSpPr txBox="1"/>
          <p:nvPr/>
        </p:nvSpPr>
        <p:spPr>
          <a:xfrm>
            <a:off x="2524613" y="2719465"/>
            <a:ext cx="8904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Check “MOVE”</a:t>
            </a:r>
          </a:p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Button?</a:t>
            </a:r>
          </a:p>
        </p:txBody>
      </p:sp>
      <p:sp>
        <p:nvSpPr>
          <p:cNvPr id="249" name="Diamond 248">
            <a:extLst>
              <a:ext uri="{FF2B5EF4-FFF2-40B4-BE49-F238E27FC236}">
                <a16:creationId xmlns:a16="http://schemas.microsoft.com/office/drawing/2014/main" id="{1E73595F-0374-3BA5-CD7F-833FECA66429}"/>
              </a:ext>
            </a:extLst>
          </p:cNvPr>
          <p:cNvSpPr/>
          <p:nvPr/>
        </p:nvSpPr>
        <p:spPr>
          <a:xfrm>
            <a:off x="2494843" y="2499147"/>
            <a:ext cx="988987" cy="942039"/>
          </a:xfrm>
          <a:prstGeom prst="diamond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2E575464-D5EA-1B3D-AABE-00D6DB1DC5C3}"/>
              </a:ext>
            </a:extLst>
          </p:cNvPr>
          <p:cNvCxnSpPr>
            <a:cxnSpLocks/>
            <a:endCxn id="249" idx="2"/>
          </p:cNvCxnSpPr>
          <p:nvPr/>
        </p:nvCxnSpPr>
        <p:spPr>
          <a:xfrm flipH="1" flipV="1">
            <a:off x="2989337" y="3441186"/>
            <a:ext cx="4439" cy="1865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BFECBBD2-93E8-A702-5FAF-373F2D7982CB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2427032" y="3631639"/>
            <a:ext cx="0" cy="1075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5BFB1A3B-8B44-53DC-C254-012F7EB9550A}"/>
              </a:ext>
            </a:extLst>
          </p:cNvPr>
          <p:cNvCxnSpPr>
            <a:cxnSpLocks/>
            <a:stCxn id="249" idx="3"/>
          </p:cNvCxnSpPr>
          <p:nvPr/>
        </p:nvCxnSpPr>
        <p:spPr>
          <a:xfrm>
            <a:off x="3483830" y="2970167"/>
            <a:ext cx="5508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1B887242-E154-1EFB-4363-1F46F95607C3}"/>
              </a:ext>
            </a:extLst>
          </p:cNvPr>
          <p:cNvCxnSpPr>
            <a:cxnSpLocks/>
          </p:cNvCxnSpPr>
          <p:nvPr/>
        </p:nvCxnSpPr>
        <p:spPr>
          <a:xfrm>
            <a:off x="2317218" y="3427598"/>
            <a:ext cx="272478" cy="21269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634C89B5-FE82-95B6-44EF-213456329AED}"/>
              </a:ext>
            </a:extLst>
          </p:cNvPr>
          <p:cNvCxnSpPr>
            <a:cxnSpLocks/>
          </p:cNvCxnSpPr>
          <p:nvPr/>
        </p:nvCxnSpPr>
        <p:spPr>
          <a:xfrm flipV="1">
            <a:off x="2317218" y="2984114"/>
            <a:ext cx="0" cy="45514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53972B4F-D4ED-57BF-3D9D-05FB09B2D08F}"/>
              </a:ext>
            </a:extLst>
          </p:cNvPr>
          <p:cNvCxnSpPr>
            <a:cxnSpLocks/>
            <a:stCxn id="249" idx="1"/>
          </p:cNvCxnSpPr>
          <p:nvPr/>
        </p:nvCxnSpPr>
        <p:spPr>
          <a:xfrm flipH="1">
            <a:off x="2314989" y="2970167"/>
            <a:ext cx="17985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16BA3123-76BB-F5CD-B770-1A1E1D92251C}"/>
              </a:ext>
            </a:extLst>
          </p:cNvPr>
          <p:cNvSpPr txBox="1"/>
          <p:nvPr/>
        </p:nvSpPr>
        <p:spPr>
          <a:xfrm>
            <a:off x="2211106" y="2983591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8510B7C0-E434-5242-4AE1-26A16113E01E}"/>
              </a:ext>
            </a:extLst>
          </p:cNvPr>
          <p:cNvSpPr txBox="1"/>
          <p:nvPr/>
        </p:nvSpPr>
        <p:spPr>
          <a:xfrm>
            <a:off x="3341690" y="2759868"/>
            <a:ext cx="4572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Verdana" panose="020B0604030504040204" pitchFamily="34" charset="0"/>
                <a:ea typeface="Verdana" panose="020B0604030504040204" pitchFamily="34" charset="0"/>
              </a:rPr>
              <a:t>YES</a:t>
            </a:r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4E77BA3B-004E-1663-3BD5-39B6E2509A11}"/>
              </a:ext>
            </a:extLst>
          </p:cNvPr>
          <p:cNvCxnSpPr>
            <a:cxnSpLocks/>
          </p:cNvCxnSpPr>
          <p:nvPr/>
        </p:nvCxnSpPr>
        <p:spPr>
          <a:xfrm>
            <a:off x="6944699" y="4109885"/>
            <a:ext cx="0" cy="4064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95962525-5338-D15D-8A8C-D34085A8E58E}"/>
              </a:ext>
            </a:extLst>
          </p:cNvPr>
          <p:cNvCxnSpPr>
            <a:cxnSpLocks/>
          </p:cNvCxnSpPr>
          <p:nvPr/>
        </p:nvCxnSpPr>
        <p:spPr>
          <a:xfrm flipH="1" flipV="1">
            <a:off x="6005069" y="3779160"/>
            <a:ext cx="924879" cy="3227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0A342265-A89C-CA34-8948-91DA32B17205}"/>
              </a:ext>
            </a:extLst>
          </p:cNvPr>
          <p:cNvCxnSpPr>
            <a:cxnSpLocks/>
          </p:cNvCxnSpPr>
          <p:nvPr/>
        </p:nvCxnSpPr>
        <p:spPr>
          <a:xfrm flipV="1">
            <a:off x="4031558" y="2626881"/>
            <a:ext cx="0" cy="3518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8C1CBD61-886E-1AAB-F9C9-88D13E4B6834}"/>
              </a:ext>
            </a:extLst>
          </p:cNvPr>
          <p:cNvCxnSpPr>
            <a:cxnSpLocks/>
            <a:stCxn id="100" idx="1"/>
            <a:endCxn id="54" idx="3"/>
          </p:cNvCxnSpPr>
          <p:nvPr/>
        </p:nvCxnSpPr>
        <p:spPr>
          <a:xfrm flipH="1">
            <a:off x="3309085" y="2076490"/>
            <a:ext cx="383299" cy="162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F0967D97-D198-A9BC-F3F2-C52367080B5A}"/>
              </a:ext>
            </a:extLst>
          </p:cNvPr>
          <p:cNvGrpSpPr/>
          <p:nvPr/>
        </p:nvGrpSpPr>
        <p:grpSpPr>
          <a:xfrm>
            <a:off x="2064774" y="5574694"/>
            <a:ext cx="1325632" cy="372620"/>
            <a:chOff x="1769805" y="5638700"/>
            <a:chExt cx="1325632" cy="372620"/>
          </a:xfrm>
        </p:grpSpPr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EDC7539E-C498-32A4-F752-E948BB9D52E9}"/>
                </a:ext>
              </a:extLst>
            </p:cNvPr>
            <p:cNvSpPr txBox="1"/>
            <p:nvPr/>
          </p:nvSpPr>
          <p:spPr>
            <a:xfrm>
              <a:off x="1769805" y="5641988"/>
              <a:ext cx="132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Move to grinding </a:t>
              </a:r>
              <a:b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n-US" sz="900" dirty="0">
                  <a:latin typeface="Verdana" panose="020B0604030504040204" pitchFamily="34" charset="0"/>
                  <a:ea typeface="Verdana" panose="020B0604030504040204" pitchFamily="34" charset="0"/>
                </a:rPr>
                <a:t>position</a:t>
              </a: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2DA0B757-A003-0AED-81B3-88F6452B8521}"/>
                </a:ext>
              </a:extLst>
            </p:cNvPr>
            <p:cNvSpPr/>
            <p:nvPr/>
          </p:nvSpPr>
          <p:spPr>
            <a:xfrm>
              <a:off x="1884813" y="5638700"/>
              <a:ext cx="1095617" cy="36272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231C549A-123B-8302-D54A-55B753BAF0C1}"/>
              </a:ext>
            </a:extLst>
          </p:cNvPr>
          <p:cNvCxnSpPr>
            <a:cxnSpLocks/>
            <a:stCxn id="368" idx="1"/>
            <a:endCxn id="76" idx="3"/>
          </p:cNvCxnSpPr>
          <p:nvPr/>
        </p:nvCxnSpPr>
        <p:spPr>
          <a:xfrm flipH="1" flipV="1">
            <a:off x="1885995" y="5752696"/>
            <a:ext cx="293787" cy="336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50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55C98-6CF2-74DD-2801-430401BB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6B8BD16-9A16-B835-F584-9FF9D5DBFD26}"/>
              </a:ext>
            </a:extLst>
          </p:cNvPr>
          <p:cNvGrpSpPr/>
          <p:nvPr/>
        </p:nvGrpSpPr>
        <p:grpSpPr>
          <a:xfrm>
            <a:off x="3372003" y="1203080"/>
            <a:ext cx="2851155" cy="2302557"/>
            <a:chOff x="3004895" y="1202800"/>
            <a:chExt cx="2850495" cy="2302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213896-9520-8E6D-4D42-BB8D29E47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4895" y="1202800"/>
              <a:ext cx="2216128" cy="230202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B34F27-C606-330D-053F-9213573675D6}"/>
                </a:ext>
              </a:extLst>
            </p:cNvPr>
            <p:cNvSpPr txBox="1"/>
            <p:nvPr/>
          </p:nvSpPr>
          <p:spPr>
            <a:xfrm>
              <a:off x="4668166" y="1885345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A2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EC592A-9CB8-168C-71BD-A0BCD20CC06C}"/>
                </a:ext>
              </a:extLst>
            </p:cNvPr>
            <p:cNvSpPr txBox="1"/>
            <p:nvPr/>
          </p:nvSpPr>
          <p:spPr>
            <a:xfrm>
              <a:off x="4827025" y="2724686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A1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09F485-AC2D-1DA7-85B8-CF35ACA25020}"/>
                </a:ext>
              </a:extLst>
            </p:cNvPr>
            <p:cNvSpPr txBox="1"/>
            <p:nvPr/>
          </p:nvSpPr>
          <p:spPr>
            <a:xfrm>
              <a:off x="3139776" y="2353812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NC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90D199-1FC4-1042-B428-B95A68D72756}"/>
                </a:ext>
              </a:extLst>
            </p:cNvPr>
            <p:cNvSpPr txBox="1"/>
            <p:nvPr/>
          </p:nvSpPr>
          <p:spPr>
            <a:xfrm>
              <a:off x="3263028" y="2039233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NO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749FD9-8DE9-3F83-6FA9-A00A6ABBEDA2}"/>
                </a:ext>
              </a:extLst>
            </p:cNvPr>
            <p:cNvSpPr txBox="1"/>
            <p:nvPr/>
          </p:nvSpPr>
          <p:spPr>
            <a:xfrm>
              <a:off x="3246662" y="1638623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COM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8A3497-C5A0-AAC9-5BD5-21FFDB71E1DC}"/>
              </a:ext>
            </a:extLst>
          </p:cNvPr>
          <p:cNvCxnSpPr>
            <a:cxnSpLocks/>
          </p:cNvCxnSpPr>
          <p:nvPr/>
        </p:nvCxnSpPr>
        <p:spPr>
          <a:xfrm>
            <a:off x="884635" y="403953"/>
            <a:ext cx="12176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D5AF5D-2D58-8D44-C890-5F96AB6465D4}"/>
              </a:ext>
            </a:extLst>
          </p:cNvPr>
          <p:cNvCxnSpPr>
            <a:cxnSpLocks/>
          </p:cNvCxnSpPr>
          <p:nvPr/>
        </p:nvCxnSpPr>
        <p:spPr>
          <a:xfrm>
            <a:off x="968475" y="6606143"/>
            <a:ext cx="1094132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1BD300-F76D-D00B-25B7-D90A9807C829}"/>
              </a:ext>
            </a:extLst>
          </p:cNvPr>
          <p:cNvSpPr txBox="1"/>
          <p:nvPr/>
        </p:nvSpPr>
        <p:spPr>
          <a:xfrm>
            <a:off x="816040" y="554463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4C29D-F183-136F-0525-3077796B22EB}"/>
              </a:ext>
            </a:extLst>
          </p:cNvPr>
          <p:cNvSpPr txBox="1"/>
          <p:nvPr/>
        </p:nvSpPr>
        <p:spPr>
          <a:xfrm>
            <a:off x="592951" y="6365629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0V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604B284-BC6D-ED42-1C5D-6582396FB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701" y="1495058"/>
            <a:ext cx="1722454" cy="198448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FA8F5AE1-995A-9968-C19A-11C7A09D8E3A}"/>
              </a:ext>
            </a:extLst>
          </p:cNvPr>
          <p:cNvSpPr txBox="1"/>
          <p:nvPr/>
        </p:nvSpPr>
        <p:spPr>
          <a:xfrm>
            <a:off x="11065996" y="3237165"/>
            <a:ext cx="1003766" cy="307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400" b="1" dirty="0">
                <a:solidFill>
                  <a:prstClr val="black"/>
                </a:solidFill>
                <a:latin typeface="Aptos" panose="02110004020202020204"/>
              </a:rPr>
              <a:t>Emitter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07E5C8-426B-A62C-2F30-9E7D6B943ECB}"/>
              </a:ext>
            </a:extLst>
          </p:cNvPr>
          <p:cNvSpPr txBox="1"/>
          <p:nvPr/>
        </p:nvSpPr>
        <p:spPr>
          <a:xfrm>
            <a:off x="7595159" y="1571264"/>
            <a:ext cx="1003766" cy="307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400" b="1" dirty="0">
                <a:solidFill>
                  <a:prstClr val="black"/>
                </a:solidFill>
                <a:latin typeface="Aptos" panose="02110004020202020204"/>
              </a:rPr>
              <a:t>Receiver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90F064-B371-0743-276C-D4842EDAB355}"/>
              </a:ext>
            </a:extLst>
          </p:cNvPr>
          <p:cNvSpPr txBox="1"/>
          <p:nvPr/>
        </p:nvSpPr>
        <p:spPr>
          <a:xfrm>
            <a:off x="7562418" y="1805674"/>
            <a:ext cx="1069247" cy="954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1. Brown</a:t>
            </a:r>
          </a:p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2. White</a:t>
            </a:r>
          </a:p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3. Black</a:t>
            </a:r>
          </a:p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4. Blue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9D2C6E-A9F1-5DCB-5E3F-B54E7B2E3D9E}"/>
              </a:ext>
            </a:extLst>
          </p:cNvPr>
          <p:cNvSpPr txBox="1"/>
          <p:nvPr/>
        </p:nvSpPr>
        <p:spPr>
          <a:xfrm>
            <a:off x="11065996" y="2282837"/>
            <a:ext cx="1069247" cy="954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1. Brown</a:t>
            </a:r>
          </a:p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2. White</a:t>
            </a:r>
          </a:p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3. Black</a:t>
            </a:r>
          </a:p>
          <a:p>
            <a:pPr defTabSz="914583"/>
            <a:r>
              <a:rPr lang="en-US" b="0" dirty="0">
                <a:solidFill>
                  <a:prstClr val="black"/>
                </a:solidFill>
                <a:latin typeface="Aptos" panose="02110004020202020204"/>
              </a:rPr>
              <a:t>4. Blue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91B3BA9-398B-80F2-0946-46428CF0A1F6}"/>
              </a:ext>
            </a:extLst>
          </p:cNvPr>
          <p:cNvCxnSpPr>
            <a:cxnSpLocks/>
          </p:cNvCxnSpPr>
          <p:nvPr/>
        </p:nvCxnSpPr>
        <p:spPr>
          <a:xfrm flipH="1">
            <a:off x="10524308" y="2441079"/>
            <a:ext cx="6073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E827A8C-2218-C968-FAF7-F0A5752599C1}"/>
              </a:ext>
            </a:extLst>
          </p:cNvPr>
          <p:cNvCxnSpPr>
            <a:cxnSpLocks/>
          </p:cNvCxnSpPr>
          <p:nvPr/>
        </p:nvCxnSpPr>
        <p:spPr>
          <a:xfrm flipV="1">
            <a:off x="6808698" y="432515"/>
            <a:ext cx="0" cy="1541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ABD1A23-1AE3-87E9-B672-7DF3272BB320}"/>
              </a:ext>
            </a:extLst>
          </p:cNvPr>
          <p:cNvCxnSpPr>
            <a:cxnSpLocks/>
          </p:cNvCxnSpPr>
          <p:nvPr/>
        </p:nvCxnSpPr>
        <p:spPr>
          <a:xfrm flipH="1">
            <a:off x="5188011" y="2617197"/>
            <a:ext cx="7974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B3F504A-43E0-89C5-F12D-A6F0A372DA51}"/>
              </a:ext>
            </a:extLst>
          </p:cNvPr>
          <p:cNvCxnSpPr>
            <a:cxnSpLocks/>
          </p:cNvCxnSpPr>
          <p:nvPr/>
        </p:nvCxnSpPr>
        <p:spPr>
          <a:xfrm flipH="1" flipV="1">
            <a:off x="10512931" y="423134"/>
            <a:ext cx="21285" cy="2017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68D958B-27EB-1FCF-348F-02FEAD97F19C}"/>
              </a:ext>
            </a:extLst>
          </p:cNvPr>
          <p:cNvCxnSpPr/>
          <p:nvPr/>
        </p:nvCxnSpPr>
        <p:spPr>
          <a:xfrm flipH="1">
            <a:off x="10602050" y="2644752"/>
            <a:ext cx="5296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E5B9DD4-3480-C7F3-D1B7-657A93A2087F}"/>
              </a:ext>
            </a:extLst>
          </p:cNvPr>
          <p:cNvCxnSpPr/>
          <p:nvPr/>
        </p:nvCxnSpPr>
        <p:spPr>
          <a:xfrm>
            <a:off x="10602049" y="2644752"/>
            <a:ext cx="0" cy="1089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D700F07-5C29-9F02-62DD-C005A686017E}"/>
              </a:ext>
            </a:extLst>
          </p:cNvPr>
          <p:cNvCxnSpPr>
            <a:cxnSpLocks/>
          </p:cNvCxnSpPr>
          <p:nvPr/>
        </p:nvCxnSpPr>
        <p:spPr>
          <a:xfrm flipH="1">
            <a:off x="7370422" y="3734665"/>
            <a:ext cx="32316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ACFA3D2-A362-28AF-E54A-CE8647FE29FA}"/>
              </a:ext>
            </a:extLst>
          </p:cNvPr>
          <p:cNvCxnSpPr/>
          <p:nvPr/>
        </p:nvCxnSpPr>
        <p:spPr>
          <a:xfrm flipV="1">
            <a:off x="7385665" y="2187447"/>
            <a:ext cx="0" cy="15472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3C3E2B8-FB42-AEA0-B4F8-7777C9DA02F2}"/>
              </a:ext>
            </a:extLst>
          </p:cNvPr>
          <p:cNvCxnSpPr>
            <a:cxnSpLocks/>
          </p:cNvCxnSpPr>
          <p:nvPr/>
        </p:nvCxnSpPr>
        <p:spPr>
          <a:xfrm>
            <a:off x="7370422" y="2182873"/>
            <a:ext cx="2820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2C3BCC6-B132-7FA9-97DB-39D522B01D08}"/>
              </a:ext>
            </a:extLst>
          </p:cNvPr>
          <p:cNvSpPr txBox="1"/>
          <p:nvPr/>
        </p:nvSpPr>
        <p:spPr>
          <a:xfrm>
            <a:off x="9187147" y="1128949"/>
            <a:ext cx="805381" cy="307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400" b="1" dirty="0">
                <a:solidFill>
                  <a:prstClr val="black"/>
                </a:solidFill>
                <a:latin typeface="Aptos" panose="02110004020202020204"/>
              </a:rPr>
              <a:t>NPN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8741C1C-0E8C-89D5-9F05-431E2074D807}"/>
              </a:ext>
            </a:extLst>
          </p:cNvPr>
          <p:cNvCxnSpPr/>
          <p:nvPr/>
        </p:nvCxnSpPr>
        <p:spPr>
          <a:xfrm flipH="1">
            <a:off x="7065551" y="2621887"/>
            <a:ext cx="5296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DAC0748-0A6B-08C6-46FC-A24E3F2539EE}"/>
              </a:ext>
            </a:extLst>
          </p:cNvPr>
          <p:cNvCxnSpPr>
            <a:cxnSpLocks/>
          </p:cNvCxnSpPr>
          <p:nvPr/>
        </p:nvCxnSpPr>
        <p:spPr>
          <a:xfrm flipH="1">
            <a:off x="10754485" y="3100015"/>
            <a:ext cx="3828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E1294FE-DC3D-CE85-2024-B900D43172EC}"/>
              </a:ext>
            </a:extLst>
          </p:cNvPr>
          <p:cNvCxnSpPr>
            <a:cxnSpLocks/>
          </p:cNvCxnSpPr>
          <p:nvPr/>
        </p:nvCxnSpPr>
        <p:spPr>
          <a:xfrm flipH="1">
            <a:off x="10753747" y="3100015"/>
            <a:ext cx="6883" cy="3510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4852ECF-FC57-AAF6-1C10-DD1E94FA1BAF}"/>
              </a:ext>
            </a:extLst>
          </p:cNvPr>
          <p:cNvCxnSpPr>
            <a:cxnSpLocks/>
          </p:cNvCxnSpPr>
          <p:nvPr/>
        </p:nvCxnSpPr>
        <p:spPr>
          <a:xfrm>
            <a:off x="7077579" y="2617198"/>
            <a:ext cx="7622" cy="39936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C62A326-8127-AD08-A9CD-D555969F50A5}"/>
              </a:ext>
            </a:extLst>
          </p:cNvPr>
          <p:cNvCxnSpPr>
            <a:cxnSpLocks/>
          </p:cNvCxnSpPr>
          <p:nvPr/>
        </p:nvCxnSpPr>
        <p:spPr>
          <a:xfrm flipH="1">
            <a:off x="6372225" y="2372910"/>
            <a:ext cx="12802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B17E22-A087-8669-FA2E-F2AA92E727B1}"/>
              </a:ext>
            </a:extLst>
          </p:cNvPr>
          <p:cNvCxnSpPr>
            <a:cxnSpLocks/>
          </p:cNvCxnSpPr>
          <p:nvPr/>
        </p:nvCxnSpPr>
        <p:spPr>
          <a:xfrm flipV="1">
            <a:off x="5985450" y="423135"/>
            <a:ext cx="0" cy="2194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1D1C65-50B3-52EA-721D-D29120E28864}"/>
              </a:ext>
            </a:extLst>
          </p:cNvPr>
          <p:cNvCxnSpPr>
            <a:cxnSpLocks/>
          </p:cNvCxnSpPr>
          <p:nvPr/>
        </p:nvCxnSpPr>
        <p:spPr>
          <a:xfrm flipH="1">
            <a:off x="6808698" y="1973644"/>
            <a:ext cx="843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40696F1-6685-4B81-697B-859C8EADAD69}"/>
              </a:ext>
            </a:extLst>
          </p:cNvPr>
          <p:cNvCxnSpPr>
            <a:cxnSpLocks/>
          </p:cNvCxnSpPr>
          <p:nvPr/>
        </p:nvCxnSpPr>
        <p:spPr>
          <a:xfrm flipV="1">
            <a:off x="6369049" y="2218985"/>
            <a:ext cx="0" cy="153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B672DC-6EF1-92F0-80B5-695CE2193CA9}"/>
              </a:ext>
            </a:extLst>
          </p:cNvPr>
          <p:cNvCxnSpPr>
            <a:cxnSpLocks/>
          </p:cNvCxnSpPr>
          <p:nvPr/>
        </p:nvCxnSpPr>
        <p:spPr>
          <a:xfrm flipH="1">
            <a:off x="5065728" y="2218985"/>
            <a:ext cx="13064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0EFF7A5-168D-379E-E01A-A7CDC29F8176}"/>
              </a:ext>
            </a:extLst>
          </p:cNvPr>
          <p:cNvSpPr/>
          <p:nvPr/>
        </p:nvSpPr>
        <p:spPr>
          <a:xfrm>
            <a:off x="2099123" y="253444"/>
            <a:ext cx="794944" cy="3053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en-US" sz="1800" dirty="0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61B4FB-1950-2008-6ADB-CBF95BBC0DF9}"/>
              </a:ext>
            </a:extLst>
          </p:cNvPr>
          <p:cNvCxnSpPr>
            <a:cxnSpLocks/>
          </p:cNvCxnSpPr>
          <p:nvPr/>
        </p:nvCxnSpPr>
        <p:spPr>
          <a:xfrm>
            <a:off x="2896407" y="398511"/>
            <a:ext cx="870421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A107CB-28D3-A174-A28D-90E11D776AB6}"/>
              </a:ext>
            </a:extLst>
          </p:cNvPr>
          <p:cNvSpPr txBox="1"/>
          <p:nvPr/>
        </p:nvSpPr>
        <p:spPr>
          <a:xfrm>
            <a:off x="2172882" y="21831"/>
            <a:ext cx="1028603" cy="277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Switch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DA4F32-91A9-F2FA-9355-02B4AE2FCAE7}"/>
              </a:ext>
            </a:extLst>
          </p:cNvPr>
          <p:cNvCxnSpPr>
            <a:cxnSpLocks/>
          </p:cNvCxnSpPr>
          <p:nvPr/>
        </p:nvCxnSpPr>
        <p:spPr>
          <a:xfrm>
            <a:off x="884635" y="909874"/>
            <a:ext cx="4303376" cy="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B08CD1-12D0-A3C2-CE11-CA0B640D1DFD}"/>
              </a:ext>
            </a:extLst>
          </p:cNvPr>
          <p:cNvCxnSpPr>
            <a:cxnSpLocks/>
          </p:cNvCxnSpPr>
          <p:nvPr/>
        </p:nvCxnSpPr>
        <p:spPr>
          <a:xfrm>
            <a:off x="968475" y="6072424"/>
            <a:ext cx="4219536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33765F4-382A-32D0-699D-7F7A41428730}"/>
              </a:ext>
            </a:extLst>
          </p:cNvPr>
          <p:cNvSpPr txBox="1"/>
          <p:nvPr/>
        </p:nvSpPr>
        <p:spPr>
          <a:xfrm>
            <a:off x="683254" y="5846477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AEB332-0372-BB17-5BA7-7FE9147E6908}"/>
              </a:ext>
            </a:extLst>
          </p:cNvPr>
          <p:cNvCxnSpPr/>
          <p:nvPr/>
        </p:nvCxnSpPr>
        <p:spPr>
          <a:xfrm>
            <a:off x="3365459" y="909874"/>
            <a:ext cx="0" cy="103366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B49496F-C69D-E406-B7BD-C4EE26146286}"/>
              </a:ext>
            </a:extLst>
          </p:cNvPr>
          <p:cNvCxnSpPr/>
          <p:nvPr/>
        </p:nvCxnSpPr>
        <p:spPr>
          <a:xfrm>
            <a:off x="3365459" y="1943543"/>
            <a:ext cx="772494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CFB0193-30B2-10CA-F89F-EA2834CF4441}"/>
              </a:ext>
            </a:extLst>
          </p:cNvPr>
          <p:cNvSpPr/>
          <p:nvPr/>
        </p:nvSpPr>
        <p:spPr>
          <a:xfrm>
            <a:off x="697715" y="3669291"/>
            <a:ext cx="1299363" cy="603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XY Table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BC95C0-9EA4-C0BF-96A0-F68A9C156E9C}"/>
              </a:ext>
            </a:extLst>
          </p:cNvPr>
          <p:cNvCxnSpPr>
            <a:cxnSpLocks/>
          </p:cNvCxnSpPr>
          <p:nvPr/>
        </p:nvCxnSpPr>
        <p:spPr>
          <a:xfrm>
            <a:off x="1317638" y="2662207"/>
            <a:ext cx="2588143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E1157DA-93AF-8376-207A-C269F98F2585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1347397" y="2635123"/>
            <a:ext cx="0" cy="1034168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B8DCE8C-8436-E5A2-BBBD-8F4C6D79F55E}"/>
              </a:ext>
            </a:extLst>
          </p:cNvPr>
          <p:cNvCxnSpPr>
            <a:endCxn id="39" idx="2"/>
          </p:cNvCxnSpPr>
          <p:nvPr/>
        </p:nvCxnSpPr>
        <p:spPr>
          <a:xfrm flipV="1">
            <a:off x="1317638" y="4272718"/>
            <a:ext cx="29759" cy="179007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396F35C-8CDC-9592-962B-52C6B62C329C}"/>
              </a:ext>
            </a:extLst>
          </p:cNvPr>
          <p:cNvSpPr/>
          <p:nvPr/>
        </p:nvSpPr>
        <p:spPr>
          <a:xfrm>
            <a:off x="2330833" y="3664714"/>
            <a:ext cx="1299363" cy="603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E.Stop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(NC)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7207C97-6FAD-9C5B-EC5A-55778B5307E9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2964985" y="895869"/>
            <a:ext cx="15530" cy="2768845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F462490-57C6-5CA4-FFBE-261D6A798052}"/>
              </a:ext>
            </a:extLst>
          </p:cNvPr>
          <p:cNvCxnSpPr>
            <a:cxnSpLocks/>
            <a:stCxn id="39" idx="3"/>
            <a:endCxn id="70" idx="1"/>
          </p:cNvCxnSpPr>
          <p:nvPr/>
        </p:nvCxnSpPr>
        <p:spPr>
          <a:xfrm flipV="1">
            <a:off x="1997078" y="3966428"/>
            <a:ext cx="333755" cy="4577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2BE859D-34DE-E4B5-9C56-E4E0EEFD303A}"/>
              </a:ext>
            </a:extLst>
          </p:cNvPr>
          <p:cNvSpPr txBox="1"/>
          <p:nvPr/>
        </p:nvSpPr>
        <p:spPr>
          <a:xfrm>
            <a:off x="803336" y="28899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24V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4C544FD-A621-854B-2888-600846C31F06}"/>
              </a:ext>
            </a:extLst>
          </p:cNvPr>
          <p:cNvSpPr/>
          <p:nvPr/>
        </p:nvSpPr>
        <p:spPr>
          <a:xfrm>
            <a:off x="1975877" y="4461914"/>
            <a:ext cx="1299363" cy="622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E.Stop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(NO)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2CD417C-996C-D8BE-2DD3-71ADD4D950E6}"/>
              </a:ext>
            </a:extLst>
          </p:cNvPr>
          <p:cNvGrpSpPr/>
          <p:nvPr/>
        </p:nvGrpSpPr>
        <p:grpSpPr>
          <a:xfrm>
            <a:off x="2635619" y="3154654"/>
            <a:ext cx="4209490" cy="2501854"/>
            <a:chOff x="1646874" y="1202800"/>
            <a:chExt cx="4208516" cy="2501275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A18B7712-DC64-521B-FBC5-A664DA450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4895" y="1202800"/>
              <a:ext cx="2216128" cy="2302024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BB0D66D-1320-DC3D-CDBC-210F1629EC7A}"/>
                </a:ext>
              </a:extLst>
            </p:cNvPr>
            <p:cNvSpPr txBox="1"/>
            <p:nvPr/>
          </p:nvSpPr>
          <p:spPr>
            <a:xfrm>
              <a:off x="4637635" y="1644835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A2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1EC1044-9BBE-9DFB-FA99-30F1D86F7C9F}"/>
                </a:ext>
              </a:extLst>
            </p:cNvPr>
            <p:cNvSpPr txBox="1"/>
            <p:nvPr/>
          </p:nvSpPr>
          <p:spPr>
            <a:xfrm>
              <a:off x="4827025" y="2724686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A1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630CD40-A943-20DD-2C0D-90C9FD0A57CF}"/>
                </a:ext>
              </a:extLst>
            </p:cNvPr>
            <p:cNvSpPr txBox="1"/>
            <p:nvPr/>
          </p:nvSpPr>
          <p:spPr>
            <a:xfrm>
              <a:off x="3263028" y="2039233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NO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BD60F6B-ED51-057C-F066-1B5C9CC7E3E6}"/>
                </a:ext>
              </a:extLst>
            </p:cNvPr>
            <p:cNvSpPr txBox="1"/>
            <p:nvPr/>
          </p:nvSpPr>
          <p:spPr>
            <a:xfrm>
              <a:off x="3307083" y="1615110"/>
              <a:ext cx="102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1400" dirty="0">
                  <a:solidFill>
                    <a:prstClr val="black"/>
                  </a:solidFill>
                  <a:latin typeface="Aptos" panose="02110004020202020204"/>
                </a:rPr>
                <a:t>COM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3803A80-FC52-FF88-407C-F4E119327ECA}"/>
                </a:ext>
              </a:extLst>
            </p:cNvPr>
            <p:cNvSpPr txBox="1"/>
            <p:nvPr/>
          </p:nvSpPr>
          <p:spPr>
            <a:xfrm>
              <a:off x="2248080" y="2830600"/>
              <a:ext cx="1028365" cy="369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900" dirty="0">
                  <a:solidFill>
                    <a:prstClr val="black"/>
                  </a:solidFill>
                  <a:latin typeface="Aptos" panose="02110004020202020204"/>
                </a:rPr>
                <a:t>DI_GND</a:t>
              </a:r>
              <a:br>
                <a:rPr lang="en-US" sz="900" dirty="0">
                  <a:solidFill>
                    <a:prstClr val="black"/>
                  </a:solidFill>
                  <a:latin typeface="Aptos" panose="02110004020202020204"/>
                </a:rPr>
              </a:br>
              <a:r>
                <a:rPr lang="en-US" sz="900" dirty="0">
                  <a:solidFill>
                    <a:prstClr val="black"/>
                  </a:solidFill>
                  <a:latin typeface="Aptos" panose="02110004020202020204"/>
                </a:rPr>
                <a:t>(ADAM-6052-D)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29BC146-4C7A-4947-19A2-FA806E2DD86B}"/>
                </a:ext>
              </a:extLst>
            </p:cNvPr>
            <p:cNvSpPr txBox="1"/>
            <p:nvPr/>
          </p:nvSpPr>
          <p:spPr>
            <a:xfrm>
              <a:off x="1646874" y="3473296"/>
              <a:ext cx="1028365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900" dirty="0">
                  <a:solidFill>
                    <a:prstClr val="black"/>
                  </a:solidFill>
                  <a:latin typeface="Aptos" panose="02110004020202020204"/>
                </a:rPr>
                <a:t>DI1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BBCC760-FF38-3FBD-7939-8C9EA39CAEC3}"/>
                </a:ext>
              </a:extLst>
            </p:cNvPr>
            <p:cNvSpPr txBox="1"/>
            <p:nvPr/>
          </p:nvSpPr>
          <p:spPr>
            <a:xfrm>
              <a:off x="3275054" y="3142975"/>
              <a:ext cx="1028365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583"/>
              <a:r>
                <a:rPr lang="en-US" sz="900" dirty="0">
                  <a:solidFill>
                    <a:prstClr val="black"/>
                  </a:solidFill>
                  <a:latin typeface="Aptos" panose="02110004020202020204"/>
                </a:rPr>
                <a:t>DI2</a:t>
              </a:r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37BB2DF-5339-9A9E-9FD7-9CDCA034BB7E}"/>
              </a:ext>
            </a:extLst>
          </p:cNvPr>
          <p:cNvCxnSpPr>
            <a:cxnSpLocks/>
          </p:cNvCxnSpPr>
          <p:nvPr/>
        </p:nvCxnSpPr>
        <p:spPr>
          <a:xfrm>
            <a:off x="5985450" y="2508283"/>
            <a:ext cx="0" cy="2105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1A98AE0-B8F1-7AD9-3F93-C7960B76CA5F}"/>
              </a:ext>
            </a:extLst>
          </p:cNvPr>
          <p:cNvCxnSpPr/>
          <p:nvPr/>
        </p:nvCxnSpPr>
        <p:spPr>
          <a:xfrm>
            <a:off x="5816507" y="4613781"/>
            <a:ext cx="1689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7D1AB71-BF1A-2EBA-F6C2-41691460B980}"/>
              </a:ext>
            </a:extLst>
          </p:cNvPr>
          <p:cNvCxnSpPr>
            <a:cxnSpLocks/>
          </p:cNvCxnSpPr>
          <p:nvPr/>
        </p:nvCxnSpPr>
        <p:spPr>
          <a:xfrm>
            <a:off x="6369049" y="2372910"/>
            <a:ext cx="0" cy="1772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88C04A0-3E7C-77EC-F9DC-4F2B44A1B4CB}"/>
              </a:ext>
            </a:extLst>
          </p:cNvPr>
          <p:cNvCxnSpPr/>
          <p:nvPr/>
        </p:nvCxnSpPr>
        <p:spPr>
          <a:xfrm>
            <a:off x="5708856" y="4145205"/>
            <a:ext cx="6601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03CA0C8-ADF6-6A83-1A70-B7B70408A26B}"/>
              </a:ext>
            </a:extLst>
          </p:cNvPr>
          <p:cNvCxnSpPr/>
          <p:nvPr/>
        </p:nvCxnSpPr>
        <p:spPr>
          <a:xfrm flipH="1">
            <a:off x="3993955" y="3904639"/>
            <a:ext cx="772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FE75623-9712-4415-652E-7C105DA554A7}"/>
              </a:ext>
            </a:extLst>
          </p:cNvPr>
          <p:cNvCxnSpPr>
            <a:cxnSpLocks/>
          </p:cNvCxnSpPr>
          <p:nvPr/>
        </p:nvCxnSpPr>
        <p:spPr>
          <a:xfrm>
            <a:off x="3993955" y="3904639"/>
            <a:ext cx="0" cy="8874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054743A-576E-E838-0526-8CB8F9E250E8}"/>
              </a:ext>
            </a:extLst>
          </p:cNvPr>
          <p:cNvCxnSpPr>
            <a:cxnSpLocks/>
            <a:endCxn id="107" idx="3"/>
          </p:cNvCxnSpPr>
          <p:nvPr/>
        </p:nvCxnSpPr>
        <p:spPr>
          <a:xfrm flipH="1">
            <a:off x="3275240" y="4773201"/>
            <a:ext cx="7187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F38A8B2-E7E4-55D3-3156-C8F3977D3C39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2625558" y="5084488"/>
            <a:ext cx="1" cy="547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2B70576-A354-A507-DD0E-D4341D67759D}"/>
              </a:ext>
            </a:extLst>
          </p:cNvPr>
          <p:cNvSpPr/>
          <p:nvPr/>
        </p:nvSpPr>
        <p:spPr>
          <a:xfrm>
            <a:off x="3334088" y="5312521"/>
            <a:ext cx="1701571" cy="6379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(ADAM-6052-D)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92CF288-7C46-F40C-1132-82483B85723C}"/>
              </a:ext>
            </a:extLst>
          </p:cNvPr>
          <p:cNvCxnSpPr>
            <a:cxnSpLocks/>
            <a:endCxn id="149" idx="1"/>
          </p:cNvCxnSpPr>
          <p:nvPr/>
        </p:nvCxnSpPr>
        <p:spPr>
          <a:xfrm>
            <a:off x="2625558" y="5631503"/>
            <a:ext cx="7085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CE8A2CC-BF0F-7A07-5EDF-6BA09CD74337}"/>
              </a:ext>
            </a:extLst>
          </p:cNvPr>
          <p:cNvCxnSpPr>
            <a:stCxn id="114" idx="2"/>
          </p:cNvCxnSpPr>
          <p:nvPr/>
        </p:nvCxnSpPr>
        <p:spPr>
          <a:xfrm flipH="1">
            <a:off x="4252147" y="4299129"/>
            <a:ext cx="5143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9EF4E0FD-6EB0-2606-4BBB-BAB237DDFA14}"/>
              </a:ext>
            </a:extLst>
          </p:cNvPr>
          <p:cNvCxnSpPr>
            <a:endCxn id="149" idx="0"/>
          </p:cNvCxnSpPr>
          <p:nvPr/>
        </p:nvCxnSpPr>
        <p:spPr>
          <a:xfrm>
            <a:off x="4252147" y="4305932"/>
            <a:ext cx="0" cy="10065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59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E2C05D-91F9-AA01-0638-A13F2DD1CFA0}"/>
              </a:ext>
            </a:extLst>
          </p:cNvPr>
          <p:cNvCxnSpPr>
            <a:cxnSpLocks/>
          </p:cNvCxnSpPr>
          <p:nvPr/>
        </p:nvCxnSpPr>
        <p:spPr>
          <a:xfrm>
            <a:off x="457200" y="577432"/>
            <a:ext cx="164511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9F9BC0-5424-173C-AEFB-B2287B4D564A}"/>
              </a:ext>
            </a:extLst>
          </p:cNvPr>
          <p:cNvCxnSpPr>
            <a:cxnSpLocks/>
          </p:cNvCxnSpPr>
          <p:nvPr/>
        </p:nvCxnSpPr>
        <p:spPr>
          <a:xfrm>
            <a:off x="457200" y="1019159"/>
            <a:ext cx="1145259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1877D0A-79EC-AC1C-5027-48C251C0DC0E}"/>
              </a:ext>
            </a:extLst>
          </p:cNvPr>
          <p:cNvSpPr/>
          <p:nvPr/>
        </p:nvSpPr>
        <p:spPr>
          <a:xfrm>
            <a:off x="2099123" y="426923"/>
            <a:ext cx="794944" cy="3053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en-US" sz="1800" dirty="0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252C0B-D29A-5A71-A8F7-19A4608F5031}"/>
              </a:ext>
            </a:extLst>
          </p:cNvPr>
          <p:cNvCxnSpPr>
            <a:cxnSpLocks/>
          </p:cNvCxnSpPr>
          <p:nvPr/>
        </p:nvCxnSpPr>
        <p:spPr>
          <a:xfrm>
            <a:off x="2896407" y="571990"/>
            <a:ext cx="901339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4D46CA0-EAF6-4855-E25D-83FAD615BC73}"/>
              </a:ext>
            </a:extLst>
          </p:cNvPr>
          <p:cNvSpPr txBox="1"/>
          <p:nvPr/>
        </p:nvSpPr>
        <p:spPr>
          <a:xfrm>
            <a:off x="365760" y="253444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+24V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F4F28-79FE-5D02-B16D-26679EBF0F98}"/>
              </a:ext>
            </a:extLst>
          </p:cNvPr>
          <p:cNvSpPr txBox="1"/>
          <p:nvPr/>
        </p:nvSpPr>
        <p:spPr>
          <a:xfrm>
            <a:off x="2099123" y="95301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Switch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E2682-8727-39CF-FCDB-EC3D5EE1FD03}"/>
              </a:ext>
            </a:extLst>
          </p:cNvPr>
          <p:cNvSpPr txBox="1"/>
          <p:nvPr/>
        </p:nvSpPr>
        <p:spPr>
          <a:xfrm>
            <a:off x="457200" y="690147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0V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3D854D-4B1E-0EB8-67BA-27E6E52832E5}"/>
              </a:ext>
            </a:extLst>
          </p:cNvPr>
          <p:cNvSpPr txBox="1"/>
          <p:nvPr/>
        </p:nvSpPr>
        <p:spPr>
          <a:xfrm>
            <a:off x="5042252" y="5326522"/>
            <a:ext cx="1530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b="1" dirty="0">
                <a:solidFill>
                  <a:prstClr val="black"/>
                </a:solidFill>
                <a:latin typeface="Aptos" panose="02110004020202020204"/>
              </a:rPr>
              <a:t>PNOZ_X2.1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915B32-2A95-4469-CB60-C8A0E635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26" y="2371847"/>
            <a:ext cx="5557456" cy="40720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C6E780-05FC-4D5A-8216-FBBA82EA6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117" y="464719"/>
            <a:ext cx="6301816" cy="190712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EB1642-CAF6-FEB3-40C1-07F3B3CEAEAB}"/>
              </a:ext>
            </a:extLst>
          </p:cNvPr>
          <p:cNvCxnSpPr>
            <a:cxnSpLocks/>
          </p:cNvCxnSpPr>
          <p:nvPr/>
        </p:nvCxnSpPr>
        <p:spPr>
          <a:xfrm flipV="1">
            <a:off x="3981450" y="579613"/>
            <a:ext cx="0" cy="23804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3A6FDE-4942-0417-4022-D8FCFBFB4B65}"/>
              </a:ext>
            </a:extLst>
          </p:cNvPr>
          <p:cNvCxnSpPr>
            <a:cxnSpLocks/>
          </p:cNvCxnSpPr>
          <p:nvPr/>
        </p:nvCxnSpPr>
        <p:spPr>
          <a:xfrm flipV="1">
            <a:off x="4343400" y="1019159"/>
            <a:ext cx="0" cy="19408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FAC0FCC7-3B93-8751-36CB-DDFF39AC6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117" y="2587747"/>
            <a:ext cx="4342483" cy="31818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B7E3945-FC5E-5933-76D3-7B86ACF5D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252" y="2371847"/>
            <a:ext cx="2884312" cy="306267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4E70FD1-08AD-BE10-4235-89C6BE15D714}"/>
              </a:ext>
            </a:extLst>
          </p:cNvPr>
          <p:cNvSpPr txBox="1"/>
          <p:nvPr/>
        </p:nvSpPr>
        <p:spPr>
          <a:xfrm>
            <a:off x="11026332" y="4049160"/>
            <a:ext cx="216465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defTabSz="914583">
              <a:defRPr sz="18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r>
              <a:rPr lang="en-US" sz="1200" dirty="0"/>
              <a:t>3RT1036-1BB40</a:t>
            </a:r>
            <a:br>
              <a:rPr lang="en-US" sz="1200" dirty="0"/>
            </a:br>
            <a:r>
              <a:rPr lang="en-US" sz="1000" b="1" dirty="0"/>
              <a:t>Siemens</a:t>
            </a:r>
            <a:endParaRPr lang="en-US" sz="1200" b="1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D2199D4-A800-796E-C98C-1EDEBD85FDCD}"/>
              </a:ext>
            </a:extLst>
          </p:cNvPr>
          <p:cNvCxnSpPr/>
          <p:nvPr/>
        </p:nvCxnSpPr>
        <p:spPr>
          <a:xfrm flipV="1">
            <a:off x="642620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AC58CA-DE9D-F6DB-57D7-CB71FA4C3603}"/>
              </a:ext>
            </a:extLst>
          </p:cNvPr>
          <p:cNvCxnSpPr/>
          <p:nvPr/>
        </p:nvCxnSpPr>
        <p:spPr>
          <a:xfrm flipV="1">
            <a:off x="679450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8B19E-0D76-3339-6A41-17EA074FD9D1}"/>
              </a:ext>
            </a:extLst>
          </p:cNvPr>
          <p:cNvCxnSpPr/>
          <p:nvPr/>
        </p:nvCxnSpPr>
        <p:spPr>
          <a:xfrm flipV="1">
            <a:off x="570865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FF3628-D102-B8D3-5A34-C3549C926AB7}"/>
              </a:ext>
            </a:extLst>
          </p:cNvPr>
          <p:cNvCxnSpPr/>
          <p:nvPr/>
        </p:nvCxnSpPr>
        <p:spPr>
          <a:xfrm flipV="1">
            <a:off x="605155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E3743A-D16A-5F62-031C-53E672C731F8}"/>
              </a:ext>
            </a:extLst>
          </p:cNvPr>
          <p:cNvCxnSpPr/>
          <p:nvPr/>
        </p:nvCxnSpPr>
        <p:spPr>
          <a:xfrm flipV="1">
            <a:off x="5023202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DBCB4EC-9A50-5B1C-2731-53F666FB64FB}"/>
              </a:ext>
            </a:extLst>
          </p:cNvPr>
          <p:cNvCxnSpPr/>
          <p:nvPr/>
        </p:nvCxnSpPr>
        <p:spPr>
          <a:xfrm flipV="1">
            <a:off x="5366102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B3F406E-B25F-BCA0-9B41-0401DE1CAB12}"/>
              </a:ext>
            </a:extLst>
          </p:cNvPr>
          <p:cNvSpPr/>
          <p:nvPr/>
        </p:nvSpPr>
        <p:spPr>
          <a:xfrm>
            <a:off x="6255878" y="1885950"/>
            <a:ext cx="749296" cy="48589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START/RESTART 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212D7E6-DEF1-0407-5664-063D5199C609}"/>
              </a:ext>
            </a:extLst>
          </p:cNvPr>
          <p:cNvSpPr/>
          <p:nvPr/>
        </p:nvSpPr>
        <p:spPr>
          <a:xfrm>
            <a:off x="5432841" y="1885950"/>
            <a:ext cx="749296" cy="4858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Light Curtain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C4E2B44-A4FC-B08F-E860-37DE1C2FA805}"/>
              </a:ext>
            </a:extLst>
          </p:cNvPr>
          <p:cNvSpPr/>
          <p:nvPr/>
        </p:nvSpPr>
        <p:spPr>
          <a:xfrm>
            <a:off x="4623155" y="1885950"/>
            <a:ext cx="749296" cy="4858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E.Stop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EF10AF3-A919-AAD6-FF45-B518EFA98B69}"/>
              </a:ext>
            </a:extLst>
          </p:cNvPr>
          <p:cNvCxnSpPr/>
          <p:nvPr/>
        </p:nvCxnSpPr>
        <p:spPr>
          <a:xfrm>
            <a:off x="8793838" y="1478280"/>
            <a:ext cx="2331720" cy="0"/>
          </a:xfrm>
          <a:prstGeom prst="line">
            <a:avLst/>
          </a:prstGeom>
          <a:ln>
            <a:solidFill>
              <a:srgbClr val="09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1C10DB-66EE-0244-0685-50FF0214556E}"/>
              </a:ext>
            </a:extLst>
          </p:cNvPr>
          <p:cNvCxnSpPr/>
          <p:nvPr/>
        </p:nvCxnSpPr>
        <p:spPr>
          <a:xfrm>
            <a:off x="8793838" y="1623060"/>
            <a:ext cx="233172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C04C11D-1C70-7424-4A26-33697153639B}"/>
              </a:ext>
            </a:extLst>
          </p:cNvPr>
          <p:cNvCxnSpPr/>
          <p:nvPr/>
        </p:nvCxnSpPr>
        <p:spPr>
          <a:xfrm>
            <a:off x="8793838" y="1762194"/>
            <a:ext cx="233172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A16F1A5-984D-2960-43CE-CE0CF9A1938F}"/>
              </a:ext>
            </a:extLst>
          </p:cNvPr>
          <p:cNvSpPr txBox="1"/>
          <p:nvPr/>
        </p:nvSpPr>
        <p:spPr>
          <a:xfrm>
            <a:off x="11125558" y="1348172"/>
            <a:ext cx="1028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L1 (Welding M)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295196-52FA-5165-CCA8-F41F9804EC60}"/>
              </a:ext>
            </a:extLst>
          </p:cNvPr>
          <p:cNvSpPr txBox="1"/>
          <p:nvPr/>
        </p:nvSpPr>
        <p:spPr>
          <a:xfrm>
            <a:off x="11125558" y="1519615"/>
            <a:ext cx="1028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L2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F7315C-225D-2799-EB45-9F2F47017DF1}"/>
              </a:ext>
            </a:extLst>
          </p:cNvPr>
          <p:cNvSpPr txBox="1"/>
          <p:nvPr/>
        </p:nvSpPr>
        <p:spPr>
          <a:xfrm>
            <a:off x="11125558" y="1649724"/>
            <a:ext cx="1028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L3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EFF640-2A20-BD21-8A46-7D8644CB2D64}"/>
              </a:ext>
            </a:extLst>
          </p:cNvPr>
          <p:cNvCxnSpPr/>
          <p:nvPr/>
        </p:nvCxnSpPr>
        <p:spPr>
          <a:xfrm>
            <a:off x="9372600" y="1762194"/>
            <a:ext cx="0" cy="16676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DC1D156-FA51-6712-0E23-E64985A4731E}"/>
              </a:ext>
            </a:extLst>
          </p:cNvPr>
          <p:cNvCxnSpPr>
            <a:cxnSpLocks/>
          </p:cNvCxnSpPr>
          <p:nvPr/>
        </p:nvCxnSpPr>
        <p:spPr>
          <a:xfrm>
            <a:off x="9669780" y="1609782"/>
            <a:ext cx="0" cy="18466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A91E4CF-A33A-82DE-6B45-4E95D72EAE45}"/>
              </a:ext>
            </a:extLst>
          </p:cNvPr>
          <p:cNvCxnSpPr>
            <a:cxnSpLocks/>
          </p:cNvCxnSpPr>
          <p:nvPr/>
        </p:nvCxnSpPr>
        <p:spPr>
          <a:xfrm>
            <a:off x="10050780" y="1478280"/>
            <a:ext cx="0" cy="2075875"/>
          </a:xfrm>
          <a:prstGeom prst="line">
            <a:avLst/>
          </a:prstGeom>
          <a:ln>
            <a:solidFill>
              <a:srgbClr val="09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B9E662C-55DA-56D0-CABC-4EE8D05BD1F6}"/>
              </a:ext>
            </a:extLst>
          </p:cNvPr>
          <p:cNvCxnSpPr>
            <a:cxnSpLocks/>
          </p:cNvCxnSpPr>
          <p:nvPr/>
        </p:nvCxnSpPr>
        <p:spPr>
          <a:xfrm>
            <a:off x="9380220" y="5008456"/>
            <a:ext cx="0" cy="87418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F628373-8F16-64DE-EFFB-EAEE80FFB815}"/>
              </a:ext>
            </a:extLst>
          </p:cNvPr>
          <p:cNvCxnSpPr>
            <a:cxnSpLocks/>
          </p:cNvCxnSpPr>
          <p:nvPr/>
        </p:nvCxnSpPr>
        <p:spPr>
          <a:xfrm>
            <a:off x="9677400" y="5006340"/>
            <a:ext cx="0" cy="8763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EE89933-DAD0-7273-4F41-C67958402730}"/>
              </a:ext>
            </a:extLst>
          </p:cNvPr>
          <p:cNvCxnSpPr>
            <a:cxnSpLocks/>
          </p:cNvCxnSpPr>
          <p:nvPr/>
        </p:nvCxnSpPr>
        <p:spPr>
          <a:xfrm>
            <a:off x="10043160" y="4884562"/>
            <a:ext cx="0" cy="998078"/>
          </a:xfrm>
          <a:prstGeom prst="line">
            <a:avLst/>
          </a:prstGeom>
          <a:ln>
            <a:solidFill>
              <a:srgbClr val="09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26BD1817-5C0D-6750-486F-34C6F1AD7C62}"/>
              </a:ext>
            </a:extLst>
          </p:cNvPr>
          <p:cNvSpPr/>
          <p:nvPr/>
        </p:nvSpPr>
        <p:spPr>
          <a:xfrm>
            <a:off x="9017524" y="5895038"/>
            <a:ext cx="1319752" cy="9045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Welding machine ISQ250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9D2F54A-82FC-88BD-EB34-60E718D7F31A}"/>
              </a:ext>
            </a:extLst>
          </p:cNvPr>
          <p:cNvCxnSpPr/>
          <p:nvPr/>
        </p:nvCxnSpPr>
        <p:spPr>
          <a:xfrm>
            <a:off x="6881567" y="1478280"/>
            <a:ext cx="1605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D8D8D6B-2920-34CB-75C0-7FC996E9B897}"/>
              </a:ext>
            </a:extLst>
          </p:cNvPr>
          <p:cNvSpPr txBox="1"/>
          <p:nvPr/>
        </p:nvSpPr>
        <p:spPr>
          <a:xfrm>
            <a:off x="7064142" y="1217367"/>
            <a:ext cx="1028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L1 (XY Motion)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6C55BD-537D-5581-98BC-3836198B55C5}"/>
              </a:ext>
            </a:extLst>
          </p:cNvPr>
          <p:cNvCxnSpPr/>
          <p:nvPr/>
        </p:nvCxnSpPr>
        <p:spPr>
          <a:xfrm flipV="1">
            <a:off x="7701699" y="1478280"/>
            <a:ext cx="0" cy="1481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E02BDC0-AE71-9FE3-C51F-D26AE7C394EF}"/>
              </a:ext>
            </a:extLst>
          </p:cNvPr>
          <p:cNvCxnSpPr>
            <a:cxnSpLocks/>
          </p:cNvCxnSpPr>
          <p:nvPr/>
        </p:nvCxnSpPr>
        <p:spPr>
          <a:xfrm>
            <a:off x="7701699" y="5882640"/>
            <a:ext cx="0" cy="659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7663155-42F0-84BE-0A80-EDCD94C310CF}"/>
              </a:ext>
            </a:extLst>
          </p:cNvPr>
          <p:cNvCxnSpPr>
            <a:cxnSpLocks/>
          </p:cNvCxnSpPr>
          <p:nvPr/>
        </p:nvCxnSpPr>
        <p:spPr>
          <a:xfrm flipH="1">
            <a:off x="6711885" y="6542202"/>
            <a:ext cx="9898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0DC45BE9-85B2-F982-90A9-9BC70084C38D}"/>
              </a:ext>
            </a:extLst>
          </p:cNvPr>
          <p:cNvSpPr/>
          <p:nvPr/>
        </p:nvSpPr>
        <p:spPr>
          <a:xfrm>
            <a:off x="5451168" y="5955018"/>
            <a:ext cx="1265933" cy="844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XY Motion </a:t>
            </a:r>
            <a:b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MOC-02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6E24B70-8627-B33C-618B-2841B1287A16}"/>
              </a:ext>
            </a:extLst>
          </p:cNvPr>
          <p:cNvCxnSpPr/>
          <p:nvPr/>
        </p:nvCxnSpPr>
        <p:spPr>
          <a:xfrm flipV="1">
            <a:off x="8003357" y="579613"/>
            <a:ext cx="0" cy="23804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3F6DC128-5872-4A63-8206-03C6E9D18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931" y="3051485"/>
            <a:ext cx="1226926" cy="2644369"/>
          </a:xfrm>
          <a:prstGeom prst="rect">
            <a:avLst/>
          </a:prstGeom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6AB0D9A-0E82-C996-643B-3CF5FDB00753}"/>
              </a:ext>
            </a:extLst>
          </p:cNvPr>
          <p:cNvCxnSpPr/>
          <p:nvPr/>
        </p:nvCxnSpPr>
        <p:spPr>
          <a:xfrm>
            <a:off x="8003357" y="5882640"/>
            <a:ext cx="4838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DA150CE-DD89-AAB9-114D-741DF0F768BE}"/>
              </a:ext>
            </a:extLst>
          </p:cNvPr>
          <p:cNvCxnSpPr>
            <a:cxnSpLocks/>
          </p:cNvCxnSpPr>
          <p:nvPr/>
        </p:nvCxnSpPr>
        <p:spPr>
          <a:xfrm flipV="1">
            <a:off x="8487252" y="3051485"/>
            <a:ext cx="0" cy="28435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20E7A07-7E9D-6A21-10B1-36756CBE2242}"/>
              </a:ext>
            </a:extLst>
          </p:cNvPr>
          <p:cNvCxnSpPr/>
          <p:nvPr/>
        </p:nvCxnSpPr>
        <p:spPr>
          <a:xfrm flipH="1">
            <a:off x="8487252" y="3051485"/>
            <a:ext cx="14421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024B2BF-3ED3-488C-786B-67E6E497DB58}"/>
              </a:ext>
            </a:extLst>
          </p:cNvPr>
          <p:cNvCxnSpPr/>
          <p:nvPr/>
        </p:nvCxnSpPr>
        <p:spPr>
          <a:xfrm flipV="1">
            <a:off x="10261600" y="1019159"/>
            <a:ext cx="0" cy="203232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33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6761-295D-5412-A114-80C12A50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83E0C2-CF4B-BDBC-844F-15C6542A261F}"/>
              </a:ext>
            </a:extLst>
          </p:cNvPr>
          <p:cNvCxnSpPr>
            <a:cxnSpLocks/>
          </p:cNvCxnSpPr>
          <p:nvPr/>
        </p:nvCxnSpPr>
        <p:spPr>
          <a:xfrm>
            <a:off x="457200" y="577432"/>
            <a:ext cx="164511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DBEB8C-C356-97A7-0840-5ADB3D8DFBEA}"/>
              </a:ext>
            </a:extLst>
          </p:cNvPr>
          <p:cNvCxnSpPr>
            <a:cxnSpLocks/>
          </p:cNvCxnSpPr>
          <p:nvPr/>
        </p:nvCxnSpPr>
        <p:spPr>
          <a:xfrm>
            <a:off x="457200" y="1019159"/>
            <a:ext cx="1145259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4CD751F-D384-32F0-28C6-1052970949A9}"/>
              </a:ext>
            </a:extLst>
          </p:cNvPr>
          <p:cNvSpPr/>
          <p:nvPr/>
        </p:nvSpPr>
        <p:spPr>
          <a:xfrm>
            <a:off x="2099123" y="426923"/>
            <a:ext cx="794944" cy="3053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en-US" sz="1800" dirty="0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A61E95-85A4-AB5A-C206-A23A5815F5D1}"/>
              </a:ext>
            </a:extLst>
          </p:cNvPr>
          <p:cNvCxnSpPr>
            <a:cxnSpLocks/>
          </p:cNvCxnSpPr>
          <p:nvPr/>
        </p:nvCxnSpPr>
        <p:spPr>
          <a:xfrm>
            <a:off x="2896407" y="571990"/>
            <a:ext cx="901339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6E07CF5-366D-BC23-6F0D-DBF34347DE1E}"/>
              </a:ext>
            </a:extLst>
          </p:cNvPr>
          <p:cNvSpPr txBox="1"/>
          <p:nvPr/>
        </p:nvSpPr>
        <p:spPr>
          <a:xfrm>
            <a:off x="365760" y="253444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+24V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3624E-B8DE-879D-99FA-2C7ED4CF84B7}"/>
              </a:ext>
            </a:extLst>
          </p:cNvPr>
          <p:cNvSpPr txBox="1"/>
          <p:nvPr/>
        </p:nvSpPr>
        <p:spPr>
          <a:xfrm>
            <a:off x="2099123" y="95301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Switch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CAB3B-62F2-C15A-96A7-7AE1CDBFE932}"/>
              </a:ext>
            </a:extLst>
          </p:cNvPr>
          <p:cNvSpPr txBox="1"/>
          <p:nvPr/>
        </p:nvSpPr>
        <p:spPr>
          <a:xfrm>
            <a:off x="457200" y="690147"/>
            <a:ext cx="1028603" cy="36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0V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06CE9-0865-86D1-7DF6-F785A8A13CEA}"/>
              </a:ext>
            </a:extLst>
          </p:cNvPr>
          <p:cNvSpPr txBox="1"/>
          <p:nvPr/>
        </p:nvSpPr>
        <p:spPr>
          <a:xfrm>
            <a:off x="5042252" y="5326522"/>
            <a:ext cx="1530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800" b="1" dirty="0">
                <a:solidFill>
                  <a:prstClr val="black"/>
                </a:solidFill>
                <a:latin typeface="Aptos" panose="02110004020202020204"/>
              </a:rPr>
              <a:t>PNOZ_X2.1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49DA93-471F-B37E-6F00-D51780B27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26" y="2371847"/>
            <a:ext cx="5557456" cy="40720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FF6D93-1833-739D-21F4-684B352DD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117" y="464719"/>
            <a:ext cx="6301816" cy="190712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0C7EC7-82C6-EF6A-253A-FC22CAD1FF59}"/>
              </a:ext>
            </a:extLst>
          </p:cNvPr>
          <p:cNvCxnSpPr>
            <a:cxnSpLocks/>
          </p:cNvCxnSpPr>
          <p:nvPr/>
        </p:nvCxnSpPr>
        <p:spPr>
          <a:xfrm flipV="1">
            <a:off x="3981450" y="579613"/>
            <a:ext cx="0" cy="23804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3FDB91D-DF01-B61B-F3CD-AE9F86DCB02A}"/>
              </a:ext>
            </a:extLst>
          </p:cNvPr>
          <p:cNvCxnSpPr>
            <a:cxnSpLocks/>
          </p:cNvCxnSpPr>
          <p:nvPr/>
        </p:nvCxnSpPr>
        <p:spPr>
          <a:xfrm flipV="1">
            <a:off x="4343400" y="1019159"/>
            <a:ext cx="0" cy="19408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58BAFD61-7479-B6DC-6BDD-E3B4F198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117" y="2587747"/>
            <a:ext cx="4342483" cy="3181845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9914AE-0EBF-8F6F-06BA-2BDA632B3F11}"/>
              </a:ext>
            </a:extLst>
          </p:cNvPr>
          <p:cNvCxnSpPr/>
          <p:nvPr/>
        </p:nvCxnSpPr>
        <p:spPr>
          <a:xfrm flipV="1">
            <a:off x="642620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45C878D-5CDB-1074-A6AA-47BE52D9095B}"/>
              </a:ext>
            </a:extLst>
          </p:cNvPr>
          <p:cNvCxnSpPr/>
          <p:nvPr/>
        </p:nvCxnSpPr>
        <p:spPr>
          <a:xfrm flipV="1">
            <a:off x="679450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C5FBF12-1A21-7A00-09F3-66AA38E588EC}"/>
              </a:ext>
            </a:extLst>
          </p:cNvPr>
          <p:cNvCxnSpPr/>
          <p:nvPr/>
        </p:nvCxnSpPr>
        <p:spPr>
          <a:xfrm flipV="1">
            <a:off x="570865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CEA8475-28F5-5F1C-403A-3E9141676075}"/>
              </a:ext>
            </a:extLst>
          </p:cNvPr>
          <p:cNvCxnSpPr/>
          <p:nvPr/>
        </p:nvCxnSpPr>
        <p:spPr>
          <a:xfrm flipV="1">
            <a:off x="6051550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4BC2C10-8DDD-91E4-D9FE-A4AFB511526B}"/>
              </a:ext>
            </a:extLst>
          </p:cNvPr>
          <p:cNvCxnSpPr/>
          <p:nvPr/>
        </p:nvCxnSpPr>
        <p:spPr>
          <a:xfrm flipV="1">
            <a:off x="5023202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B63A03D-222F-0E2A-9373-BC78EFE01C6C}"/>
              </a:ext>
            </a:extLst>
          </p:cNvPr>
          <p:cNvCxnSpPr/>
          <p:nvPr/>
        </p:nvCxnSpPr>
        <p:spPr>
          <a:xfrm flipV="1">
            <a:off x="5366102" y="2371847"/>
            <a:ext cx="0" cy="588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C90CB3B-59A3-E68B-7F5C-8FDB46105D25}"/>
              </a:ext>
            </a:extLst>
          </p:cNvPr>
          <p:cNvSpPr/>
          <p:nvPr/>
        </p:nvSpPr>
        <p:spPr>
          <a:xfrm>
            <a:off x="6255878" y="1885950"/>
            <a:ext cx="749296" cy="48589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START/RESTART 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F732F54-8078-C778-89F7-28A1A6E95D2F}"/>
              </a:ext>
            </a:extLst>
          </p:cNvPr>
          <p:cNvSpPr/>
          <p:nvPr/>
        </p:nvSpPr>
        <p:spPr>
          <a:xfrm>
            <a:off x="5432841" y="1885950"/>
            <a:ext cx="749296" cy="4858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Light Curtain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8AA717B-7CFD-A396-3AD4-105C2C956ECE}"/>
              </a:ext>
            </a:extLst>
          </p:cNvPr>
          <p:cNvSpPr/>
          <p:nvPr/>
        </p:nvSpPr>
        <p:spPr>
          <a:xfrm>
            <a:off x="4623155" y="1885950"/>
            <a:ext cx="749296" cy="4858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E.Stop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985CB0D-97B0-4A6A-D63E-FD93170F843E}"/>
              </a:ext>
            </a:extLst>
          </p:cNvPr>
          <p:cNvCxnSpPr/>
          <p:nvPr/>
        </p:nvCxnSpPr>
        <p:spPr>
          <a:xfrm>
            <a:off x="6881567" y="1478280"/>
            <a:ext cx="160568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8C93C78-126B-EBB7-77A6-2CCF7829D122}"/>
              </a:ext>
            </a:extLst>
          </p:cNvPr>
          <p:cNvSpPr txBox="1"/>
          <p:nvPr/>
        </p:nvSpPr>
        <p:spPr>
          <a:xfrm>
            <a:off x="7064142" y="1217367"/>
            <a:ext cx="1028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L1 (XY Motion)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7C28A33-BBE5-8898-A399-00153EB42E2F}"/>
              </a:ext>
            </a:extLst>
          </p:cNvPr>
          <p:cNvCxnSpPr/>
          <p:nvPr/>
        </p:nvCxnSpPr>
        <p:spPr>
          <a:xfrm flipV="1">
            <a:off x="7701699" y="1478280"/>
            <a:ext cx="0" cy="14817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11FAAAB-2CF7-53F0-1329-89D0282C1680}"/>
              </a:ext>
            </a:extLst>
          </p:cNvPr>
          <p:cNvCxnSpPr>
            <a:cxnSpLocks/>
          </p:cNvCxnSpPr>
          <p:nvPr/>
        </p:nvCxnSpPr>
        <p:spPr>
          <a:xfrm>
            <a:off x="7701699" y="5882640"/>
            <a:ext cx="0" cy="65956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680E13-CC68-63B5-89DE-4CD04AA1FC66}"/>
              </a:ext>
            </a:extLst>
          </p:cNvPr>
          <p:cNvCxnSpPr>
            <a:cxnSpLocks/>
          </p:cNvCxnSpPr>
          <p:nvPr/>
        </p:nvCxnSpPr>
        <p:spPr>
          <a:xfrm flipH="1">
            <a:off x="6711885" y="6542202"/>
            <a:ext cx="98981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18A9C38A-D00A-A492-0525-0195FDD9EC8C}"/>
              </a:ext>
            </a:extLst>
          </p:cNvPr>
          <p:cNvSpPr/>
          <p:nvPr/>
        </p:nvSpPr>
        <p:spPr>
          <a:xfrm>
            <a:off x="5451168" y="5955018"/>
            <a:ext cx="1265933" cy="844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XY Motion </a:t>
            </a:r>
            <a:b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MOC-02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100DB2A9-CD6C-562E-238D-55EFEA092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284" y="2997912"/>
            <a:ext cx="1226926" cy="264436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40F4C5-1E77-9F8E-0791-B798ACA94AA5}"/>
              </a:ext>
            </a:extLst>
          </p:cNvPr>
          <p:cNvCxnSpPr/>
          <p:nvPr/>
        </p:nvCxnSpPr>
        <p:spPr>
          <a:xfrm>
            <a:off x="7981950" y="2960016"/>
            <a:ext cx="191452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D3629F-3DEC-9D97-417D-CEA592BD5452}"/>
              </a:ext>
            </a:extLst>
          </p:cNvPr>
          <p:cNvCxnSpPr/>
          <p:nvPr/>
        </p:nvCxnSpPr>
        <p:spPr>
          <a:xfrm>
            <a:off x="7981950" y="5882640"/>
            <a:ext cx="191452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01311-E884-EAC1-B3CD-03180CC1E741}"/>
              </a:ext>
            </a:extLst>
          </p:cNvPr>
          <p:cNvSpPr/>
          <p:nvPr/>
        </p:nvSpPr>
        <p:spPr>
          <a:xfrm>
            <a:off x="9045689" y="3859687"/>
            <a:ext cx="1701571" cy="6379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Digital Input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(ADAM-6052-D)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23B1DD-5005-A965-7511-7A839CFC2C90}"/>
              </a:ext>
            </a:extLst>
          </p:cNvPr>
          <p:cNvCxnSpPr/>
          <p:nvPr/>
        </p:nvCxnSpPr>
        <p:spPr>
          <a:xfrm>
            <a:off x="9896475" y="2960016"/>
            <a:ext cx="0" cy="89967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4FB72A-425C-4F7E-F311-FDF1798DA4AB}"/>
              </a:ext>
            </a:extLst>
          </p:cNvPr>
          <p:cNvCxnSpPr>
            <a:stCxn id="13" idx="2"/>
          </p:cNvCxnSpPr>
          <p:nvPr/>
        </p:nvCxnSpPr>
        <p:spPr>
          <a:xfrm flipH="1">
            <a:off x="9896474" y="4497650"/>
            <a:ext cx="1" cy="138499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6C864B-1072-23BC-1B2A-B7F4EE5A469D}"/>
              </a:ext>
            </a:extLst>
          </p:cNvPr>
          <p:cNvSpPr txBox="1"/>
          <p:nvPr/>
        </p:nvSpPr>
        <p:spPr>
          <a:xfrm>
            <a:off x="9896472" y="3548186"/>
            <a:ext cx="1028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DI_GND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02F3D7-1F02-9417-D8A2-82E997A72401}"/>
              </a:ext>
            </a:extLst>
          </p:cNvPr>
          <p:cNvSpPr txBox="1"/>
          <p:nvPr/>
        </p:nvSpPr>
        <p:spPr>
          <a:xfrm>
            <a:off x="9896473" y="4574020"/>
            <a:ext cx="1028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83"/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DI1</a:t>
            </a:r>
          </a:p>
        </p:txBody>
      </p:sp>
    </p:spTree>
    <p:extLst>
      <p:ext uri="{BB962C8B-B14F-4D97-AF65-F5344CB8AC3E}">
        <p14:creationId xmlns:p14="http://schemas.microsoft.com/office/powerpoint/2010/main" val="129775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D457-4EAC-481A-5700-833FCB62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0FD7-D675-7BCA-DE71-4D62C6ED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IQS20 X2 Connector DB37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BE012-FE8E-9087-C47F-68F80191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[Page] </a:t>
            </a:r>
            <a:fld id="{455F1088-25D8-487E-91F3-A857ED5C4E14}" type="slidenum">
              <a:rPr lang="de-DE" smtClean="0"/>
              <a:t>9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4A000-93E7-015F-6285-BC64BCDC8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7" y="1327355"/>
            <a:ext cx="9802761" cy="4847304"/>
          </a:xfrm>
          <a:prstGeom prst="rect">
            <a:avLst/>
          </a:prstGeom>
        </p:spPr>
      </p:pic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B53EF13-65C8-923A-3C09-F8754AEE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</p:spPr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7EEFE0-48C2-0F58-316F-13E9BFB09275}"/>
              </a:ext>
            </a:extLst>
          </p:cNvPr>
          <p:cNvSpPr/>
          <p:nvPr/>
        </p:nvSpPr>
        <p:spPr>
          <a:xfrm>
            <a:off x="5692877" y="1465006"/>
            <a:ext cx="5555226" cy="4709653"/>
          </a:xfrm>
          <a:prstGeom prst="rect">
            <a:avLst/>
          </a:prstGeom>
          <a:noFill/>
          <a:ln w="28575"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382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E06B8-4ECE-AB22-E32A-464D263A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9698-46F9-8069-02B4-084F99D3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Welding Positions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A6EBD-CAF4-1E14-A574-2C343551A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[Page] </a:t>
            </a:r>
            <a:fld id="{455F1088-25D8-487E-91F3-A857ED5C4E14}" type="slidenum">
              <a:rPr lang="de-DE" smtClean="0"/>
              <a:t>10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8FE805-6DB2-9FE2-870C-F9701D37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4" y="1523865"/>
            <a:ext cx="5825376" cy="45543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F32179-68C9-175F-9F18-93E80199080E}"/>
              </a:ext>
            </a:extLst>
          </p:cNvPr>
          <p:cNvSpPr txBox="1"/>
          <p:nvPr/>
        </p:nvSpPr>
        <p:spPr>
          <a:xfrm>
            <a:off x="6347767" y="1523865"/>
            <a:ext cx="6961239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1" dirty="0">
                <a:effectLst/>
                <a:latin typeface="+mj-lt"/>
              </a:rPr>
              <a:t>(WORKER_POSITION_X, WORKER_POSITION_Y) </a:t>
            </a:r>
            <a:r>
              <a:rPr lang="en-US" sz="1200" dirty="0">
                <a:effectLst/>
                <a:latin typeface="+mj-lt"/>
              </a:rPr>
              <a:t>#worker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ADA762-0231-C381-F11D-2041D843A851}"/>
              </a:ext>
            </a:extLst>
          </p:cNvPr>
          <p:cNvSpPr txBox="1"/>
          <p:nvPr/>
        </p:nvSpPr>
        <p:spPr>
          <a:xfrm>
            <a:off x="6475586" y="2075307"/>
            <a:ext cx="6961239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lnSpc>
                <a:spcPts val="1425"/>
              </a:lnSpc>
              <a:buNone/>
              <a:defRPr sz="1200" b="0">
                <a:effectLst/>
                <a:latin typeface="+mj-lt"/>
              </a:defRPr>
            </a:lvl1pPr>
          </a:lstStyle>
          <a:p>
            <a:r>
              <a:rPr lang="en-US" b="1" dirty="0"/>
              <a:t>("WELD", </a:t>
            </a:r>
            <a:r>
              <a:rPr lang="en-US" b="1" dirty="0" err="1"/>
              <a:t>i</a:t>
            </a:r>
            <a:r>
              <a:rPr lang="en-US" b="1" dirty="0"/>
              <a:t>)  </a:t>
            </a:r>
            <a:r>
              <a:rPr lang="en-US" dirty="0"/>
              <a:t># weld function   </a:t>
            </a:r>
          </a:p>
          <a:p>
            <a:endParaRPr lang="en-US" dirty="0"/>
          </a:p>
          <a:p>
            <a:r>
              <a:rPr lang="en-US" b="1" dirty="0" err="1"/>
              <a:t>i</a:t>
            </a:r>
            <a:r>
              <a:rPr lang="en-US" b="1" dirty="0"/>
              <a:t> from 1 </a:t>
            </a:r>
            <a:r>
              <a:rPr lang="en-US" b="1"/>
              <a:t>to 42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Should use G-Code in separate file and trigger codinate from </a:t>
            </a:r>
          </a:p>
          <a:p>
            <a:r>
              <a:rPr lang="en-US" b="1"/>
              <a:t>this file through Python</a:t>
            </a:r>
            <a:endParaRPr lang="en-US" b="1" dirty="0"/>
          </a:p>
        </p:txBody>
      </p:sp>
      <p:sp>
        <p:nvSpPr>
          <p:cNvPr id="3" name="Fußzeilenplatzhalter 6">
            <a:extLst>
              <a:ext uri="{FF2B5EF4-FFF2-40B4-BE49-F238E27FC236}">
                <a16:creationId xmlns:a16="http://schemas.microsoft.com/office/drawing/2014/main" id="{A1569C21-8030-A63D-4557-4A9EFF06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</p:spPr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</p:spTree>
    <p:extLst>
      <p:ext uri="{BB962C8B-B14F-4D97-AF65-F5344CB8AC3E}">
        <p14:creationId xmlns:p14="http://schemas.microsoft.com/office/powerpoint/2010/main" val="970531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5D08-8BC0-A877-E5EE-E652F526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087F8B-F119-0B9F-4B25-91AA07589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971" y="274704"/>
            <a:ext cx="8784976" cy="969588"/>
          </a:xfrm>
        </p:spPr>
        <p:txBody>
          <a:bodyPr vert="horz" lIns="117254" tIns="58627" rIns="117254" bIns="58627" rtlCol="0" anchor="ctr">
            <a:normAutofit/>
          </a:bodyPr>
          <a:lstStyle/>
          <a:p>
            <a:r>
              <a:rPr lang="de-DE"/>
              <a:t>S</a:t>
            </a:r>
            <a:r>
              <a:rPr lang="de-DE" b="1" kern="1200">
                <a:latin typeface="+mj-lt"/>
                <a:ea typeface="+mj-ea"/>
                <a:cs typeface="+mj-cs"/>
              </a:rPr>
              <a:t>et up condition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C47DFCB-461F-1817-0A8D-13CE5E38169B}"/>
              </a:ext>
            </a:extLst>
          </p:cNvPr>
          <p:cNvSpPr txBox="1"/>
          <p:nvPr/>
        </p:nvSpPr>
        <p:spPr>
          <a:xfrm>
            <a:off x="552970" y="1341563"/>
            <a:ext cx="7992889" cy="4824536"/>
          </a:xfrm>
          <a:prstGeom prst="rect">
            <a:avLst/>
          </a:prstGeom>
        </p:spPr>
        <p:txBody>
          <a:bodyPr vert="horz" lIns="117254" tIns="58627" rIns="117254" bIns="58627" rtlCol="0">
            <a:normAutofit/>
          </a:bodyPr>
          <a:lstStyle/>
          <a:p>
            <a:pPr marL="439701" indent="-43970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de-DE" sz="180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BAFAB727-3BC6-9B39-45EE-EE6922D3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678" y="6360675"/>
            <a:ext cx="2845541" cy="365210"/>
          </a:xfrm>
        </p:spPr>
        <p:txBody>
          <a:bodyPr vert="horz" lIns="117254" tIns="58627" rIns="117254" bIns="58627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Page </a:t>
            </a:r>
            <a:fld id="{455F1088-25D8-487E-91F3-A857ED5C4E14}" type="slidenum">
              <a:rPr lang="de-DE" smtClean="0"/>
              <a:pPr>
                <a:spcAft>
                  <a:spcPts val="600"/>
                </a:spcAft>
              </a:pPr>
              <a:t>11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143195C2-0988-1DBD-419F-756559C10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</p:spPr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08F82-CD1F-77EF-FE89-C6518E0D85F5}"/>
              </a:ext>
            </a:extLst>
          </p:cNvPr>
          <p:cNvSpPr txBox="1"/>
          <p:nvPr/>
        </p:nvSpPr>
        <p:spPr>
          <a:xfrm>
            <a:off x="680595" y="1543345"/>
            <a:ext cx="11105624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/>
              <a:t>Prepare device DIO 24V / Power supply / DB37 terminal female, start &amp; emergency button are available 26.Mar.26</a:t>
            </a:r>
            <a:endParaRPr lang="en-US" sz="2800" dirty="0">
              <a:ea typeface="Verdana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Programming by Python with </a:t>
            </a:r>
            <a:r>
              <a:rPr lang="en-US" sz="2800"/>
              <a:t>public API library </a:t>
            </a:r>
            <a:r>
              <a:rPr lang="en-US" sz="2800" dirty="0"/>
              <a:t>from Optic </a:t>
            </a:r>
            <a:r>
              <a:rPr lang="en-US" sz="2800"/>
              <a:t>– Focus and USB DIO device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/>
              <a:t>Can </a:t>
            </a:r>
            <a:r>
              <a:rPr lang="en-US" sz="2800" dirty="0"/>
              <a:t>use current library from RRC from SPS poor </a:t>
            </a:r>
            <a:r>
              <a:rPr lang="en-US" sz="2800"/>
              <a:t>man tool.</a:t>
            </a:r>
            <a:endParaRPr lang="en-US" sz="2800" dirty="0">
              <a:ea typeface="Verdana"/>
            </a:endParaRP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27749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29DC-6DA0-B335-215E-4ED2A9FA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500C3-63E0-E151-2F52-9981672E1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971" y="274704"/>
            <a:ext cx="8784976" cy="969588"/>
          </a:xfrm>
        </p:spPr>
        <p:txBody>
          <a:bodyPr vert="horz" lIns="117254" tIns="58627" rIns="117254" bIns="58627" rtlCol="0" anchor="ctr">
            <a:normAutofit/>
          </a:bodyPr>
          <a:lstStyle/>
          <a:p>
            <a:r>
              <a:rPr lang="de-DE"/>
              <a:t>Project plan</a:t>
            </a:r>
            <a:endParaRPr lang="de-DE" b="1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84C2D15-E985-1E19-F81C-C3F5A1183904}"/>
              </a:ext>
            </a:extLst>
          </p:cNvPr>
          <p:cNvSpPr txBox="1"/>
          <p:nvPr/>
        </p:nvSpPr>
        <p:spPr>
          <a:xfrm>
            <a:off x="552970" y="1341563"/>
            <a:ext cx="7992889" cy="4824536"/>
          </a:xfrm>
          <a:prstGeom prst="rect">
            <a:avLst/>
          </a:prstGeom>
        </p:spPr>
        <p:txBody>
          <a:bodyPr vert="horz" lIns="117254" tIns="58627" rIns="117254" bIns="58627" rtlCol="0">
            <a:normAutofit/>
          </a:bodyPr>
          <a:lstStyle/>
          <a:p>
            <a:pPr marL="439701" indent="-43970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de-DE" sz="180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CAE51DA-523B-E4CA-851E-8CE464B1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678" y="6360675"/>
            <a:ext cx="2845541" cy="365210"/>
          </a:xfrm>
        </p:spPr>
        <p:txBody>
          <a:bodyPr vert="horz" lIns="117254" tIns="58627" rIns="117254" bIns="58627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Page </a:t>
            </a:r>
            <a:fld id="{455F1088-25D8-487E-91F3-A857ED5C4E14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B1C85127-95A1-23F2-B6E4-2C61EF85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</p:spPr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5B109-F6E8-64AC-8D93-1A8FE16A8E08}"/>
              </a:ext>
            </a:extLst>
          </p:cNvPr>
          <p:cNvSpPr txBox="1"/>
          <p:nvPr/>
        </p:nvSpPr>
        <p:spPr>
          <a:xfrm>
            <a:off x="680595" y="1543345"/>
            <a:ext cx="11105624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/>
              <a:t>Define concept ~ 29.Jan – Team / Done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>
                <a:ea typeface="Verdana"/>
              </a:rPr>
              <a:t>Hardware is available ~26.Mar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/>
              <a:t>Code Python to control DIO device and get signal from welding machine ~ 15.Apr</a:t>
            </a:r>
            <a:endParaRPr lang="en-US" sz="2400">
              <a:ea typeface="Verdana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/>
              <a:t>Programming the tool to automate welding ~ 17.Apr</a:t>
            </a:r>
            <a:endParaRPr lang="en-US" sz="2400">
              <a:ea typeface="Verdana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/>
              <a:t>Generate Python tool with UI that worker can operate the tool ~ 20.Apr </a:t>
            </a:r>
            <a:endParaRPr lang="en-US" sz="2400">
              <a:ea typeface="Verdana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/>
              <a:t>Test completes and close project – 21.Apr</a:t>
            </a:r>
            <a:endParaRPr lang="en-US" sz="2400">
              <a:ea typeface="Verdana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9488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3FD5-04F8-8BDA-3FD6-1891D0FFC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01EDD4-D562-8EB0-CBF2-CA50A539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971" y="274704"/>
            <a:ext cx="8784976" cy="969588"/>
          </a:xfrm>
        </p:spPr>
        <p:txBody>
          <a:bodyPr vert="horz" lIns="117254" tIns="58627" rIns="117254" bIns="58627" rtlCol="0" anchor="ctr">
            <a:normAutofit/>
          </a:bodyPr>
          <a:lstStyle/>
          <a:p>
            <a:r>
              <a:rPr lang="de-DE"/>
              <a:t>Appendix. User manual </a:t>
            </a:r>
            <a:endParaRPr lang="de-DE" b="1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99FD29D-7F98-1E2B-57DA-A789B4AEFF91}"/>
              </a:ext>
            </a:extLst>
          </p:cNvPr>
          <p:cNvSpPr txBox="1"/>
          <p:nvPr/>
        </p:nvSpPr>
        <p:spPr>
          <a:xfrm>
            <a:off x="552970" y="1341563"/>
            <a:ext cx="7992889" cy="4824536"/>
          </a:xfrm>
          <a:prstGeom prst="rect">
            <a:avLst/>
          </a:prstGeom>
        </p:spPr>
        <p:txBody>
          <a:bodyPr vert="horz" lIns="117254" tIns="58627" rIns="117254" bIns="58627" rtlCol="0">
            <a:normAutofit/>
          </a:bodyPr>
          <a:lstStyle/>
          <a:p>
            <a:pPr marL="439701" indent="-43970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de-DE" sz="180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A187A078-2176-3DDB-1B43-408F0A56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678" y="6360675"/>
            <a:ext cx="2845541" cy="365210"/>
          </a:xfrm>
        </p:spPr>
        <p:txBody>
          <a:bodyPr vert="horz" lIns="117254" tIns="58627" rIns="117254" bIns="58627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Page </a:t>
            </a:r>
            <a:fld id="{455F1088-25D8-487E-91F3-A857ED5C4E14}" type="slidenum">
              <a:rPr lang="de-DE" smtClean="0"/>
              <a:pPr>
                <a:spcAft>
                  <a:spcPts val="600"/>
                </a:spcAft>
              </a:pPr>
              <a:t>13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2E523EE3-ADE7-AC97-F74A-45331DE4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</p:spPr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6052C-58BD-D1C8-BDB5-02C10DB96667}"/>
              </a:ext>
            </a:extLst>
          </p:cNvPr>
          <p:cNvSpPr txBox="1"/>
          <p:nvPr/>
        </p:nvSpPr>
        <p:spPr>
          <a:xfrm>
            <a:off x="680595" y="1543345"/>
            <a:ext cx="11105624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/>
              <a:t>User manual and Software guidance of </a:t>
            </a:r>
            <a:r>
              <a:rPr lang="en-US"/>
              <a:t>MOC-02-1-220:</a:t>
            </a:r>
          </a:p>
          <a:p>
            <a:r>
              <a:rPr lang="en-US" sz="2400">
                <a:hlinkClick r:id="rId3"/>
              </a:rPr>
              <a:t>https://optics-focus.com/motion-controller-for-nema23-and-nema17-stepper-motor-220v-p-974.html</a:t>
            </a:r>
            <a:endParaRPr lang="en-US" sz="2400"/>
          </a:p>
          <a:p>
            <a:endParaRPr lang="en-US" sz="240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/>
              <a:t> User manual of Welding panel AWS3 System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86103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 for your attention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5F1979-0F30-407B-6DF7-04671D6A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Page </a:t>
            </a:r>
            <a:fld id="{455F1088-25D8-487E-91F3-A857ED5C4E14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15B17EAD-1CB9-C442-66D4-48DC1547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685" y="6357823"/>
            <a:ext cx="3861805" cy="365210"/>
          </a:xfrm>
        </p:spPr>
        <p:txBody>
          <a:bodyPr/>
          <a:lstStyle/>
          <a:p>
            <a:r>
              <a:rPr lang="de-DE"/>
              <a:t>Valid </a:t>
            </a:r>
            <a:r>
              <a:rPr lang="de-DE" err="1"/>
              <a:t>from</a:t>
            </a:r>
            <a:r>
              <a:rPr lang="de-DE"/>
              <a:t>: 06. Feb. 2025</a:t>
            </a:r>
          </a:p>
        </p:txBody>
      </p:sp>
    </p:spTree>
    <p:extLst>
      <p:ext uri="{BB962C8B-B14F-4D97-AF65-F5344CB8AC3E}">
        <p14:creationId xmlns:p14="http://schemas.microsoft.com/office/powerpoint/2010/main" val="684304350"/>
      </p:ext>
    </p:extLst>
  </p:cSld>
  <p:clrMapOvr>
    <a:masterClrMapping/>
  </p:clrMapOvr>
</p:sld>
</file>

<file path=ppt/theme/theme1.xml><?xml version="1.0" encoding="utf-8"?>
<a:theme xmlns:a="http://schemas.openxmlformats.org/drawingml/2006/main" name="RRC">
  <a:themeElements>
    <a:clrScheme name="RRC">
      <a:dk1>
        <a:sysClr val="windowText" lastClr="000000"/>
      </a:dk1>
      <a:lt1>
        <a:sysClr val="window" lastClr="FFFFFF"/>
      </a:lt1>
      <a:dk2>
        <a:srgbClr val="333F48"/>
      </a:dk2>
      <a:lt2>
        <a:srgbClr val="B4B4B4"/>
      </a:lt2>
      <a:accent1>
        <a:srgbClr val="005DA5"/>
      </a:accent1>
      <a:accent2>
        <a:srgbClr val="333F48"/>
      </a:accent2>
      <a:accent3>
        <a:srgbClr val="DC8600"/>
      </a:accent3>
      <a:accent4>
        <a:srgbClr val="8090C8"/>
      </a:accent4>
      <a:accent5>
        <a:srgbClr val="C1C6E5"/>
      </a:accent5>
      <a:accent6>
        <a:srgbClr val="F7A750"/>
      </a:accent6>
      <a:hlink>
        <a:srgbClr val="DC8600"/>
      </a:hlink>
      <a:folHlink>
        <a:srgbClr val="005DA5"/>
      </a:folHlink>
    </a:clrScheme>
    <a:fontScheme name="Ganymed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cfeb15-650b-4ab4-8e98-87d453516dbf">
      <Terms xmlns="http://schemas.microsoft.com/office/infopath/2007/PartnerControls"/>
    </lcf76f155ced4ddcb4097134ff3c332f>
    <TaxCatchAll xmlns="79b3705c-301e-4d0e-9c28-348f23782c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0DD25957E234F8FBC5814DFE6CAA8" ma:contentTypeVersion="18" ma:contentTypeDescription="Create a new document." ma:contentTypeScope="" ma:versionID="d2befc07d2a50312706340beb8132893">
  <xsd:schema xmlns:xsd="http://www.w3.org/2001/XMLSchema" xmlns:xs="http://www.w3.org/2001/XMLSchema" xmlns:p="http://schemas.microsoft.com/office/2006/metadata/properties" xmlns:ns2="79b3705c-301e-4d0e-9c28-348f23782ce9" xmlns:ns3="80cfeb15-650b-4ab4-8e98-87d453516dbf" targetNamespace="http://schemas.microsoft.com/office/2006/metadata/properties" ma:root="true" ma:fieldsID="cdd391dd4da29cb23609faca31e740d9" ns2:_="" ns3:_="">
    <xsd:import namespace="79b3705c-301e-4d0e-9c28-348f23782ce9"/>
    <xsd:import namespace="80cfeb15-650b-4ab4-8e98-87d453516d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b3705c-301e-4d0e-9c28-348f23782c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c4cb2ded-4ea9-46e1-885d-86a3b02418fa}" ma:internalName="TaxCatchAll" ma:showField="CatchAllData" ma:web="79b3705c-301e-4d0e-9c28-348f23782c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cfeb15-650b-4ab4-8e98-87d453516d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a7f1dab-3bcc-4a82-91f8-14acc0c7a1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0B2E18-C636-44F3-BD02-F282816758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ADB10E-8397-46AD-9BFC-9BEB91D77BB7}">
  <ds:schemaRefs>
    <ds:schemaRef ds:uri="79b3705c-301e-4d0e-9c28-348f23782ce9"/>
    <ds:schemaRef ds:uri="80cfeb15-650b-4ab4-8e98-87d453516d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B00A61E-3841-4FD2-87BF-8F35E83054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b3705c-301e-4d0e-9c28-348f23782ce9"/>
    <ds:schemaRef ds:uri="80cfeb15-650b-4ab4-8e98-87d453516d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Office PowerPoint</Application>
  <PresentationFormat>Custom</PresentationFormat>
  <Paragraphs>236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Verdana</vt:lpstr>
      <vt:lpstr>Wingdings</vt:lpstr>
      <vt:lpstr>RRC</vt:lpstr>
      <vt:lpstr>Office Theme</vt:lpstr>
      <vt:lpstr>Welding Auto run X-Y concept</vt:lpstr>
      <vt:lpstr>Intro</vt:lpstr>
      <vt:lpstr>Concept of Auto run X-Y Welding</vt:lpstr>
      <vt:lpstr>PowerPoint Presentation</vt:lpstr>
      <vt:lpstr>Concept of Auto run X-Y Welding</vt:lpstr>
      <vt:lpstr>PowerPoint Presentation</vt:lpstr>
      <vt:lpstr>PowerPoint Presentation</vt:lpstr>
      <vt:lpstr>PowerPoint Presentation</vt:lpstr>
      <vt:lpstr>IQS20 X2 Connector DB37 Diagram</vt:lpstr>
      <vt:lpstr>Welding Positions</vt:lpstr>
      <vt:lpstr>Set up condition</vt:lpstr>
      <vt:lpstr>Project plan</vt:lpstr>
      <vt:lpstr>Appendix. User manual 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Lam Vo</cp:lastModifiedBy>
  <cp:revision>17</cp:revision>
  <cp:lastPrinted>2019-11-27T14:42:27Z</cp:lastPrinted>
  <dcterms:created xsi:type="dcterms:W3CDTF">2018-11-23T10:35:51Z</dcterms:created>
  <dcterms:modified xsi:type="dcterms:W3CDTF">2026-06-01T04:17:01Z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0x0101009620DD25957E234F8FBC5814DFE6CAA8</vt:lpwstr>
  </property>
  <property fmtid="{D5CDD505-2E9C-101B-9397-08002B2CF9AE}" pid="3" name="Order">
    <vt:r8>2252000</vt:r8>
  </property>
  <property fmtid="{D5CDD505-2E9C-101B-9397-08002B2CF9AE}" pid="4" name="MediaServiceImageTags">
    <vt:lpwstr/>
  </property>
</Properties>
</file>